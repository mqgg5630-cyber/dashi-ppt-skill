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3E2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3E2E6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326880" y="457200"/>
            <a:ext cx="1" cy="402336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3" name="Shape 3"/>
          <p:cNvSpPr/>
          <p:nvPr/>
        </p:nvSpPr>
        <p:spPr>
          <a:xfrm>
            <a:off x="9710928" y="347472"/>
            <a:ext cx="1" cy="621792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0094976" y="237744"/>
            <a:ext cx="1" cy="841248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0479024" y="457200"/>
            <a:ext cx="1" cy="402336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863072" y="347472"/>
            <a:ext cx="1" cy="621792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247120" y="237744"/>
            <a:ext cx="1" cy="841248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-502920" y="5321808"/>
            <a:ext cx="2148840" cy="1572768"/>
          </a:xfrm>
          <a:prstGeom prst="ellipse">
            <a:avLst/>
          </a:prstGeom>
          <a:solidFill>
            <a:srgbClr val="3BB6EC">
              <a:alpha val="16000"/>
            </a:srgbClr>
          </a:solidFill>
          <a:ln w="12700" cap="flat">
            <a:solidFill>
              <a:srgbClr val="3BB6EC">
                <a:alpha val="30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10287000" y="5440680"/>
            <a:ext cx="1874520" cy="1325880"/>
          </a:xfrm>
          <a:prstGeom prst="ellipse">
            <a:avLst/>
          </a:prstGeom>
          <a:solidFill>
            <a:srgbClr val="C44EE0">
              <a:alpha val="12000"/>
            </a:srgbClr>
          </a:solidFill>
          <a:ln w="12700" cap="flat">
            <a:solidFill>
              <a:srgbClr val="C44EE0">
                <a:alpha val="28000"/>
              </a:srgbClr>
            </a:solidFill>
          </a:ln>
        </p:spPr>
      </p:sp>
      <p:sp>
        <p:nvSpPr>
          <p:cNvPr id="10" name="Shape 10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theme12 · theme12_page002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声波霓虹风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THEME12  /  声波霓虹风  /  ANTIGRAVITY EDITION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18" name="Shape 18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44E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44EE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22" name="Shape 22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C44EE0">
                <a:alpha val="100000"/>
              </a:srgbClr>
            </a:solidFill>
            <a:tailEnd type="triangle" w="sm" len="sm"/>
          </a:ln>
        </p:spPr>
      </p:sp>
      <p:sp>
        <p:nvSpPr>
          <p:cNvPr id="23" name="Shape 23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BB6E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BB6EC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27" name="Shape 27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3BB6EC">
                <a:alpha val="100000"/>
              </a:srgbClr>
            </a:solidFill>
            <a:tailEnd type="triangle" w="sm" len="sm"/>
          </a:ln>
        </p:spPr>
      </p:sp>
      <p:sp>
        <p:nvSpPr>
          <p:cNvPr id="28" name="Shape 28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3E2E6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>
            <a:off x="9326880" y="457200"/>
            <a:ext cx="1" cy="402336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40" name="Shape 40"/>
          <p:cNvSpPr/>
          <p:nvPr/>
        </p:nvSpPr>
        <p:spPr>
          <a:xfrm>
            <a:off x="9710928" y="347472"/>
            <a:ext cx="1" cy="621792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41" name="Shape 41"/>
          <p:cNvSpPr/>
          <p:nvPr/>
        </p:nvSpPr>
        <p:spPr>
          <a:xfrm>
            <a:off x="10094976" y="237744"/>
            <a:ext cx="1" cy="841248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42" name="Shape 42"/>
          <p:cNvSpPr/>
          <p:nvPr/>
        </p:nvSpPr>
        <p:spPr>
          <a:xfrm>
            <a:off x="10479024" y="457200"/>
            <a:ext cx="1" cy="402336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43" name="Shape 43"/>
          <p:cNvSpPr/>
          <p:nvPr/>
        </p:nvSpPr>
        <p:spPr>
          <a:xfrm>
            <a:off x="10863072" y="347472"/>
            <a:ext cx="1" cy="621792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44" name="Shape 44"/>
          <p:cNvSpPr/>
          <p:nvPr/>
        </p:nvSpPr>
        <p:spPr>
          <a:xfrm>
            <a:off x="11247120" y="237744"/>
            <a:ext cx="1" cy="841248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45" name="Shape 45"/>
          <p:cNvSpPr/>
          <p:nvPr/>
        </p:nvSpPr>
        <p:spPr>
          <a:xfrm>
            <a:off x="-502920" y="5321808"/>
            <a:ext cx="2148840" cy="1572768"/>
          </a:xfrm>
          <a:prstGeom prst="ellipse">
            <a:avLst/>
          </a:prstGeom>
          <a:solidFill>
            <a:srgbClr val="3BB6EC">
              <a:alpha val="16000"/>
            </a:srgbClr>
          </a:solidFill>
          <a:ln w="12700" cap="flat">
            <a:solidFill>
              <a:srgbClr val="3BB6EC">
                <a:alpha val="30000"/>
              </a:srgbClr>
            </a:solidFill>
          </a:ln>
        </p:spPr>
      </p:sp>
      <p:sp>
        <p:nvSpPr>
          <p:cNvPr id="46" name="Shape 46"/>
          <p:cNvSpPr/>
          <p:nvPr/>
        </p:nvSpPr>
        <p:spPr>
          <a:xfrm>
            <a:off x="10287000" y="5440680"/>
            <a:ext cx="1874520" cy="1325880"/>
          </a:xfrm>
          <a:prstGeom prst="ellipse">
            <a:avLst/>
          </a:prstGeom>
          <a:solidFill>
            <a:srgbClr val="C44EE0">
              <a:alpha val="12000"/>
            </a:srgbClr>
          </a:solidFill>
          <a:ln w="12700" cap="flat">
            <a:solidFill>
              <a:srgbClr val="C44EE0">
                <a:alpha val="28000"/>
              </a:srgbClr>
            </a:solidFill>
          </a:ln>
        </p:spPr>
      </p:sp>
      <p:sp>
        <p:nvSpPr>
          <p:cNvPr id="47" name="Shape 47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theme12 · theme12_page076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声波霓虹风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4" name="Shape 54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ABFCB">
                <a:alpha val="100000"/>
              </a:srgbClr>
            </a:solidFill>
          </a:ln>
        </p:spPr>
      </p:sp>
      <p:sp>
        <p:nvSpPr>
          <p:cNvPr id="55" name="Shape 55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56" name="Text 56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44E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44EE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C44E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44EE0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60" name="Shape 60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C44EE0">
                <a:alpha val="100000"/>
              </a:srgbClr>
            </a:solidFill>
          </a:ln>
        </p:spPr>
      </p:sp>
      <p:sp>
        <p:nvSpPr>
          <p:cNvPr id="61" name="Shape 61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BB6E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BB6EC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3BB6E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BB6EC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66" name="Shape 66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3BB6EC">
                <a:alpha val="100000"/>
              </a:srgbClr>
            </a:solidFill>
          </a:ln>
        </p:spPr>
      </p:sp>
      <p:sp>
        <p:nvSpPr>
          <p:cNvPr id="67" name="Shape 67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68" name="Text 68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72" name="Shape 72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F15A29">
                <a:alpha val="100000"/>
              </a:srgbClr>
            </a:solidFill>
          </a:ln>
        </p:spPr>
      </p:sp>
      <p:sp>
        <p:nvSpPr>
          <p:cNvPr id="73" name="Text 73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3E2E6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9326880" y="457200"/>
            <a:ext cx="1" cy="402336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75" name="Shape 75"/>
          <p:cNvSpPr/>
          <p:nvPr/>
        </p:nvSpPr>
        <p:spPr>
          <a:xfrm>
            <a:off x="9710928" y="347472"/>
            <a:ext cx="1" cy="621792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76" name="Shape 76"/>
          <p:cNvSpPr/>
          <p:nvPr/>
        </p:nvSpPr>
        <p:spPr>
          <a:xfrm>
            <a:off x="10094976" y="237744"/>
            <a:ext cx="1" cy="841248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77" name="Shape 77"/>
          <p:cNvSpPr/>
          <p:nvPr/>
        </p:nvSpPr>
        <p:spPr>
          <a:xfrm>
            <a:off x="10479024" y="457200"/>
            <a:ext cx="1" cy="402336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78" name="Shape 78"/>
          <p:cNvSpPr/>
          <p:nvPr/>
        </p:nvSpPr>
        <p:spPr>
          <a:xfrm>
            <a:off x="10863072" y="347472"/>
            <a:ext cx="1" cy="621792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79" name="Shape 79"/>
          <p:cNvSpPr/>
          <p:nvPr/>
        </p:nvSpPr>
        <p:spPr>
          <a:xfrm>
            <a:off x="11247120" y="237744"/>
            <a:ext cx="1" cy="841248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80" name="Shape 80"/>
          <p:cNvSpPr/>
          <p:nvPr/>
        </p:nvSpPr>
        <p:spPr>
          <a:xfrm>
            <a:off x="-502920" y="5321808"/>
            <a:ext cx="2148840" cy="1572768"/>
          </a:xfrm>
          <a:prstGeom prst="ellipse">
            <a:avLst/>
          </a:prstGeom>
          <a:solidFill>
            <a:srgbClr val="3BB6EC">
              <a:alpha val="16000"/>
            </a:srgbClr>
          </a:solidFill>
          <a:ln w="12700" cap="flat">
            <a:solidFill>
              <a:srgbClr val="3BB6EC">
                <a:alpha val="30000"/>
              </a:srgbClr>
            </a:solidFill>
          </a:ln>
        </p:spPr>
      </p:sp>
      <p:sp>
        <p:nvSpPr>
          <p:cNvPr id="81" name="Shape 81"/>
          <p:cNvSpPr/>
          <p:nvPr/>
        </p:nvSpPr>
        <p:spPr>
          <a:xfrm>
            <a:off x="10287000" y="5440680"/>
            <a:ext cx="1874520" cy="1325880"/>
          </a:xfrm>
          <a:prstGeom prst="ellipse">
            <a:avLst/>
          </a:prstGeom>
          <a:solidFill>
            <a:srgbClr val="C44EE0">
              <a:alpha val="12000"/>
            </a:srgbClr>
          </a:solidFill>
          <a:ln w="12700" cap="flat">
            <a:solidFill>
              <a:srgbClr val="C44EE0">
                <a:alpha val="28000"/>
              </a:srgbClr>
            </a:solidFill>
          </a:ln>
        </p:spPr>
      </p:sp>
      <p:sp>
        <p:nvSpPr>
          <p:cNvPr id="82" name="Shape 82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83" name="Text 83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theme12 · theme12_page060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声波霓虹风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9" name="Shape 89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ABFCB">
                <a:alpha val="100000"/>
              </a:srgbClr>
            </a:solidFill>
          </a:ln>
        </p:spPr>
      </p:sp>
      <p:sp>
        <p:nvSpPr>
          <p:cNvPr id="90" name="Shape 90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FAD5E5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91" name="Text 91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15A2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15A2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95" name="Shape 95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96" name="Text 96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100" name="Shape 100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01" name="Text 101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105" name="Shape 105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06" name="Text 106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3E2E6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/>
        </p:nvSpPr>
        <p:spPr>
          <a:xfrm>
            <a:off x="9326880" y="457200"/>
            <a:ext cx="1" cy="402336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112" name="Shape 112"/>
          <p:cNvSpPr/>
          <p:nvPr/>
        </p:nvSpPr>
        <p:spPr>
          <a:xfrm>
            <a:off x="9710928" y="347472"/>
            <a:ext cx="1" cy="621792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113" name="Shape 113"/>
          <p:cNvSpPr/>
          <p:nvPr/>
        </p:nvSpPr>
        <p:spPr>
          <a:xfrm>
            <a:off x="10094976" y="237744"/>
            <a:ext cx="1" cy="841248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114" name="Shape 114"/>
          <p:cNvSpPr/>
          <p:nvPr/>
        </p:nvSpPr>
        <p:spPr>
          <a:xfrm>
            <a:off x="10479024" y="457200"/>
            <a:ext cx="1" cy="402336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115" name="Shape 115"/>
          <p:cNvSpPr/>
          <p:nvPr/>
        </p:nvSpPr>
        <p:spPr>
          <a:xfrm>
            <a:off x="10863072" y="347472"/>
            <a:ext cx="1" cy="621792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116" name="Shape 116"/>
          <p:cNvSpPr/>
          <p:nvPr/>
        </p:nvSpPr>
        <p:spPr>
          <a:xfrm>
            <a:off x="11247120" y="237744"/>
            <a:ext cx="1" cy="841248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117" name="Shape 117"/>
          <p:cNvSpPr/>
          <p:nvPr/>
        </p:nvSpPr>
        <p:spPr>
          <a:xfrm>
            <a:off x="-502920" y="5321808"/>
            <a:ext cx="2148840" cy="1572768"/>
          </a:xfrm>
          <a:prstGeom prst="ellipse">
            <a:avLst/>
          </a:prstGeom>
          <a:solidFill>
            <a:srgbClr val="3BB6EC">
              <a:alpha val="16000"/>
            </a:srgbClr>
          </a:solidFill>
          <a:ln w="12700" cap="flat">
            <a:solidFill>
              <a:srgbClr val="3BB6EC">
                <a:alpha val="30000"/>
              </a:srgbClr>
            </a:solidFill>
          </a:ln>
        </p:spPr>
      </p:sp>
      <p:sp>
        <p:nvSpPr>
          <p:cNvPr id="118" name="Shape 118"/>
          <p:cNvSpPr/>
          <p:nvPr/>
        </p:nvSpPr>
        <p:spPr>
          <a:xfrm>
            <a:off x="10287000" y="5440680"/>
            <a:ext cx="1874520" cy="1325880"/>
          </a:xfrm>
          <a:prstGeom prst="ellipse">
            <a:avLst/>
          </a:prstGeom>
          <a:solidFill>
            <a:srgbClr val="C44EE0">
              <a:alpha val="12000"/>
            </a:srgbClr>
          </a:solidFill>
          <a:ln w="12700" cap="flat">
            <a:solidFill>
              <a:srgbClr val="C44EE0">
                <a:alpha val="28000"/>
              </a:srgbClr>
            </a:solidFill>
          </a:ln>
        </p:spPr>
      </p:sp>
      <p:sp>
        <p:nvSpPr>
          <p:cNvPr id="119" name="Shape 119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20" name="Text 12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theme12 · theme12_page079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声波霓虹风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6" name="Shape 12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27" name="Shape 127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28" name="Shape 128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F3E2E6">
              <a:alpha val="100000"/>
            </a:srgbClr>
          </a:solidFill>
          <a:ln w="10160" cap="flat">
            <a:solidFill>
              <a:srgbClr val="F15A29">
                <a:alpha val="100000"/>
              </a:srgbClr>
            </a:solidFill>
          </a:ln>
        </p:spPr>
      </p:sp>
      <p:sp>
        <p:nvSpPr>
          <p:cNvPr id="129" name="Text 129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132" name="Shape 132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F3E2E6">
              <a:alpha val="100000"/>
            </a:srgbClr>
          </a:solidFill>
          <a:ln w="10160" cap="flat">
            <a:solidFill>
              <a:srgbClr val="F15A29">
                <a:alpha val="100000"/>
              </a:srgbClr>
            </a:solidFill>
          </a:ln>
        </p:spPr>
      </p:sp>
      <p:sp>
        <p:nvSpPr>
          <p:cNvPr id="133" name="Text 133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136" name="Shape 136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F3E2E6">
              <a:alpha val="100000"/>
            </a:srgbClr>
          </a:solidFill>
          <a:ln w="10160" cap="flat">
            <a:solidFill>
              <a:srgbClr val="F15A29">
                <a:alpha val="100000"/>
              </a:srgbClr>
            </a:solidFill>
          </a:ln>
        </p:spPr>
      </p:sp>
      <p:sp>
        <p:nvSpPr>
          <p:cNvPr id="137" name="Text 137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3E2E6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/>
        </p:nvSpPr>
        <p:spPr>
          <a:xfrm>
            <a:off x="9326880" y="457200"/>
            <a:ext cx="1" cy="402336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142" name="Shape 142"/>
          <p:cNvSpPr/>
          <p:nvPr/>
        </p:nvSpPr>
        <p:spPr>
          <a:xfrm>
            <a:off x="9710928" y="347472"/>
            <a:ext cx="1" cy="621792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143" name="Shape 143"/>
          <p:cNvSpPr/>
          <p:nvPr/>
        </p:nvSpPr>
        <p:spPr>
          <a:xfrm>
            <a:off x="10094976" y="237744"/>
            <a:ext cx="1" cy="841248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144" name="Shape 144"/>
          <p:cNvSpPr/>
          <p:nvPr/>
        </p:nvSpPr>
        <p:spPr>
          <a:xfrm>
            <a:off x="10479024" y="457200"/>
            <a:ext cx="1" cy="402336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145" name="Shape 145"/>
          <p:cNvSpPr/>
          <p:nvPr/>
        </p:nvSpPr>
        <p:spPr>
          <a:xfrm>
            <a:off x="10863072" y="347472"/>
            <a:ext cx="1" cy="621792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146" name="Shape 146"/>
          <p:cNvSpPr/>
          <p:nvPr/>
        </p:nvSpPr>
        <p:spPr>
          <a:xfrm>
            <a:off x="11247120" y="237744"/>
            <a:ext cx="1" cy="841248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147" name="Shape 147"/>
          <p:cNvSpPr/>
          <p:nvPr/>
        </p:nvSpPr>
        <p:spPr>
          <a:xfrm>
            <a:off x="-502920" y="5321808"/>
            <a:ext cx="2148840" cy="1572768"/>
          </a:xfrm>
          <a:prstGeom prst="ellipse">
            <a:avLst/>
          </a:prstGeom>
          <a:solidFill>
            <a:srgbClr val="3BB6EC">
              <a:alpha val="16000"/>
            </a:srgbClr>
          </a:solidFill>
          <a:ln w="12700" cap="flat">
            <a:solidFill>
              <a:srgbClr val="3BB6EC">
                <a:alpha val="30000"/>
              </a:srgbClr>
            </a:solidFill>
          </a:ln>
        </p:spPr>
      </p:sp>
      <p:sp>
        <p:nvSpPr>
          <p:cNvPr id="148" name="Shape 148"/>
          <p:cNvSpPr/>
          <p:nvPr/>
        </p:nvSpPr>
        <p:spPr>
          <a:xfrm>
            <a:off x="10287000" y="5440680"/>
            <a:ext cx="1874520" cy="1325880"/>
          </a:xfrm>
          <a:prstGeom prst="ellipse">
            <a:avLst/>
          </a:prstGeom>
          <a:solidFill>
            <a:srgbClr val="C44EE0">
              <a:alpha val="12000"/>
            </a:srgbClr>
          </a:solidFill>
          <a:ln w="12700" cap="flat">
            <a:solidFill>
              <a:srgbClr val="C44EE0">
                <a:alpha val="28000"/>
              </a:srgbClr>
            </a:solidFill>
          </a:ln>
        </p:spPr>
      </p:sp>
      <p:sp>
        <p:nvSpPr>
          <p:cNvPr id="149" name="Shape 149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50" name="Text 15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theme12 · theme12_page040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声波霓虹风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6" name="Shape 15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57" name="Shape 157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58" name="Shape 158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FAD5E5">
              <a:alpha val="100000"/>
            </a:srgbClr>
          </a:solidFill>
          <a:ln w="10160" cap="flat">
            <a:solidFill>
              <a:srgbClr val="F15A29">
                <a:alpha val="100000"/>
              </a:srgbClr>
            </a:solidFill>
          </a:ln>
        </p:spPr>
      </p:sp>
      <p:sp>
        <p:nvSpPr>
          <p:cNvPr id="159" name="Text 159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15A2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15A2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161" name="Shape 161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7D7176">
              <a:alpha val="100000"/>
            </a:srgbClr>
          </a:solidFill>
          <a:ln w="10160" cap="flat">
            <a:solidFill>
              <a:srgbClr val="7D7176">
                <a:alpha val="100000"/>
              </a:srgbClr>
            </a:solidFill>
          </a:ln>
        </p:spPr>
      </p:sp>
      <p:sp>
        <p:nvSpPr>
          <p:cNvPr id="162" name="Text 162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164" name="Shape 164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7D7176">
              <a:alpha val="100000"/>
            </a:srgbClr>
          </a:solidFill>
          <a:ln w="10160" cap="flat">
            <a:solidFill>
              <a:srgbClr val="7D7176">
                <a:alpha val="100000"/>
              </a:srgbClr>
            </a:solidFill>
          </a:ln>
        </p:spPr>
      </p:sp>
      <p:sp>
        <p:nvSpPr>
          <p:cNvPr id="165" name="Text 165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167" name="Shape 167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F15A29">
              <a:alpha val="100000"/>
            </a:srgbClr>
          </a:solidFill>
          <a:ln w="10160" cap="flat">
            <a:solidFill>
              <a:srgbClr val="F15A29">
                <a:alpha val="100000"/>
              </a:srgbClr>
            </a:solidFill>
          </a:ln>
        </p:spPr>
      </p:sp>
      <p:sp>
        <p:nvSpPr>
          <p:cNvPr id="168" name="Text 168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170" name="Shape 170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F15A29">
              <a:alpha val="100000"/>
            </a:srgbClr>
          </a:solidFill>
          <a:ln w="10160" cap="flat">
            <a:solidFill>
              <a:srgbClr val="F15A29">
                <a:alpha val="100000"/>
              </a:srgbClr>
            </a:solidFill>
          </a:ln>
        </p:spPr>
      </p:sp>
      <p:sp>
        <p:nvSpPr>
          <p:cNvPr id="171" name="Text 171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3E2E6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/>
        </p:nvSpPr>
        <p:spPr>
          <a:xfrm>
            <a:off x="9326880" y="457200"/>
            <a:ext cx="1" cy="402336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175" name="Shape 175"/>
          <p:cNvSpPr/>
          <p:nvPr/>
        </p:nvSpPr>
        <p:spPr>
          <a:xfrm>
            <a:off x="9710928" y="347472"/>
            <a:ext cx="1" cy="621792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176" name="Shape 176"/>
          <p:cNvSpPr/>
          <p:nvPr/>
        </p:nvSpPr>
        <p:spPr>
          <a:xfrm>
            <a:off x="10094976" y="237744"/>
            <a:ext cx="1" cy="841248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177" name="Shape 177"/>
          <p:cNvSpPr/>
          <p:nvPr/>
        </p:nvSpPr>
        <p:spPr>
          <a:xfrm>
            <a:off x="10479024" y="457200"/>
            <a:ext cx="1" cy="402336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178" name="Shape 178"/>
          <p:cNvSpPr/>
          <p:nvPr/>
        </p:nvSpPr>
        <p:spPr>
          <a:xfrm>
            <a:off x="10863072" y="347472"/>
            <a:ext cx="1" cy="621792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179" name="Shape 179"/>
          <p:cNvSpPr/>
          <p:nvPr/>
        </p:nvSpPr>
        <p:spPr>
          <a:xfrm>
            <a:off x="11247120" y="237744"/>
            <a:ext cx="1" cy="841248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180" name="Shape 180"/>
          <p:cNvSpPr/>
          <p:nvPr/>
        </p:nvSpPr>
        <p:spPr>
          <a:xfrm>
            <a:off x="-502920" y="5321808"/>
            <a:ext cx="2148840" cy="1572768"/>
          </a:xfrm>
          <a:prstGeom prst="ellipse">
            <a:avLst/>
          </a:prstGeom>
          <a:solidFill>
            <a:srgbClr val="3BB6EC">
              <a:alpha val="16000"/>
            </a:srgbClr>
          </a:solidFill>
          <a:ln w="12700" cap="flat">
            <a:solidFill>
              <a:srgbClr val="3BB6EC">
                <a:alpha val="30000"/>
              </a:srgbClr>
            </a:solidFill>
          </a:ln>
        </p:spPr>
      </p:sp>
      <p:sp>
        <p:nvSpPr>
          <p:cNvPr id="181" name="Shape 181"/>
          <p:cNvSpPr/>
          <p:nvPr/>
        </p:nvSpPr>
        <p:spPr>
          <a:xfrm>
            <a:off x="10287000" y="5440680"/>
            <a:ext cx="1874520" cy="1325880"/>
          </a:xfrm>
          <a:prstGeom prst="ellipse">
            <a:avLst/>
          </a:prstGeom>
          <a:solidFill>
            <a:srgbClr val="C44EE0">
              <a:alpha val="12000"/>
            </a:srgbClr>
          </a:solidFill>
          <a:ln w="12700" cap="flat">
            <a:solidFill>
              <a:srgbClr val="C44EE0">
                <a:alpha val="28000"/>
              </a:srgbClr>
            </a:solidFill>
          </a:ln>
        </p:spPr>
      </p:sp>
      <p:sp>
        <p:nvSpPr>
          <p:cNvPr id="182" name="Shape 182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83" name="Text 183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theme12 · theme12_page056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声波霓虹风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89" name="Shape 189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90" name="Text 190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191" name="Shape 191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92" name="Shape 192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DABFCB">
                <a:alpha val="100000"/>
              </a:srgbClr>
            </a:solidFill>
          </a:ln>
        </p:spPr>
      </p:sp>
      <p:sp>
        <p:nvSpPr>
          <p:cNvPr id="193" name="Shape 193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DABFCB">
                <a:alpha val="55000"/>
              </a:srgbClr>
            </a:solidFill>
          </a:ln>
        </p:spPr>
      </p:sp>
      <p:sp>
        <p:nvSpPr>
          <p:cNvPr id="194" name="Text 194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5" name="Shape 195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DABFCB">
                <a:alpha val="55000"/>
              </a:srgbClr>
            </a:solidFill>
          </a:ln>
        </p:spPr>
      </p:sp>
      <p:sp>
        <p:nvSpPr>
          <p:cNvPr id="196" name="Text 196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7" name="Shape 197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DABFCB">
                <a:alpha val="55000"/>
              </a:srgbClr>
            </a:solidFill>
          </a:ln>
        </p:spPr>
      </p:sp>
      <p:sp>
        <p:nvSpPr>
          <p:cNvPr id="198" name="Text 198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99" name="Shape 199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DABFCB">
                <a:alpha val="55000"/>
              </a:srgbClr>
            </a:solidFill>
          </a:ln>
        </p:spPr>
      </p:sp>
      <p:sp>
        <p:nvSpPr>
          <p:cNvPr id="200" name="Text 200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201" name="Shape 201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DABFCB">
                <a:alpha val="55000"/>
              </a:srgbClr>
            </a:solidFill>
          </a:ln>
        </p:spPr>
      </p:sp>
      <p:sp>
        <p:nvSpPr>
          <p:cNvPr id="202" name="Text 202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203" name="Shape 203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F15A29">
              <a:alpha val="100000"/>
            </a:srgbClr>
          </a:solidFill>
          <a:ln w="10160" cap="flat">
            <a:solidFill>
              <a:srgbClr val="F15A29">
                <a:alpha val="100000"/>
              </a:srgbClr>
            </a:solidFill>
          </a:ln>
        </p:spPr>
      </p:sp>
      <p:sp>
        <p:nvSpPr>
          <p:cNvPr id="204" name="Text 204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206" name="Shape 206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F15A29">
                <a:alpha val="100000"/>
              </a:srgbClr>
            </a:solidFill>
          </a:ln>
        </p:spPr>
      </p:sp>
      <p:sp>
        <p:nvSpPr>
          <p:cNvPr id="207" name="Shape 207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F15A29">
              <a:alpha val="100000"/>
            </a:srgbClr>
          </a:solidFill>
          <a:ln w="10160" cap="flat">
            <a:solidFill>
              <a:srgbClr val="F15A29">
                <a:alpha val="100000"/>
              </a:srgbClr>
            </a:solidFill>
          </a:ln>
        </p:spPr>
      </p:sp>
      <p:sp>
        <p:nvSpPr>
          <p:cNvPr id="208" name="Text 208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209" name="Text 209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210" name="Shape 210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F15A29">
                <a:alpha val="100000"/>
              </a:srgbClr>
            </a:solidFill>
          </a:ln>
        </p:spPr>
      </p:sp>
      <p:sp>
        <p:nvSpPr>
          <p:cNvPr id="211" name="Shape 211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F15A29">
              <a:alpha val="100000"/>
            </a:srgbClr>
          </a:solidFill>
          <a:ln w="10160" cap="flat">
            <a:solidFill>
              <a:srgbClr val="F15A29">
                <a:alpha val="100000"/>
              </a:srgbClr>
            </a:solidFill>
          </a:ln>
        </p:spPr>
      </p:sp>
      <p:sp>
        <p:nvSpPr>
          <p:cNvPr id="212" name="Text 212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214" name="Shape 214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F15A29">
                <a:alpha val="100000"/>
              </a:srgbClr>
            </a:solidFill>
          </a:ln>
        </p:spPr>
      </p:sp>
      <p:sp>
        <p:nvSpPr>
          <p:cNvPr id="215" name="Shape 215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F15A29">
              <a:alpha val="100000"/>
            </a:srgbClr>
          </a:solidFill>
          <a:ln w="10160" cap="flat">
            <a:solidFill>
              <a:srgbClr val="F15A29">
                <a:alpha val="100000"/>
              </a:srgbClr>
            </a:solidFill>
          </a:ln>
        </p:spPr>
      </p:sp>
      <p:sp>
        <p:nvSpPr>
          <p:cNvPr id="216" name="Text 216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17" name="Text 217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218" name="Shape 218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219" name="Text 219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11821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3E2E6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/>
          <p:nvPr/>
        </p:nvSpPr>
        <p:spPr>
          <a:xfrm>
            <a:off x="9326880" y="457200"/>
            <a:ext cx="1" cy="402336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222" name="Shape 222"/>
          <p:cNvSpPr/>
          <p:nvPr/>
        </p:nvSpPr>
        <p:spPr>
          <a:xfrm>
            <a:off x="9710928" y="347472"/>
            <a:ext cx="1" cy="621792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223" name="Shape 223"/>
          <p:cNvSpPr/>
          <p:nvPr/>
        </p:nvSpPr>
        <p:spPr>
          <a:xfrm>
            <a:off x="10094976" y="237744"/>
            <a:ext cx="1" cy="841248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224" name="Shape 224"/>
          <p:cNvSpPr/>
          <p:nvPr/>
        </p:nvSpPr>
        <p:spPr>
          <a:xfrm>
            <a:off x="10479024" y="457200"/>
            <a:ext cx="1" cy="402336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225" name="Shape 225"/>
          <p:cNvSpPr/>
          <p:nvPr/>
        </p:nvSpPr>
        <p:spPr>
          <a:xfrm>
            <a:off x="10863072" y="347472"/>
            <a:ext cx="1" cy="621792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226" name="Shape 226"/>
          <p:cNvSpPr/>
          <p:nvPr/>
        </p:nvSpPr>
        <p:spPr>
          <a:xfrm>
            <a:off x="11247120" y="237744"/>
            <a:ext cx="1" cy="841248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227" name="Shape 227"/>
          <p:cNvSpPr/>
          <p:nvPr/>
        </p:nvSpPr>
        <p:spPr>
          <a:xfrm>
            <a:off x="-502920" y="5321808"/>
            <a:ext cx="2148840" cy="1572768"/>
          </a:xfrm>
          <a:prstGeom prst="ellipse">
            <a:avLst/>
          </a:prstGeom>
          <a:solidFill>
            <a:srgbClr val="3BB6EC">
              <a:alpha val="16000"/>
            </a:srgbClr>
          </a:solidFill>
          <a:ln w="12700" cap="flat">
            <a:solidFill>
              <a:srgbClr val="3BB6EC">
                <a:alpha val="30000"/>
              </a:srgbClr>
            </a:solidFill>
          </a:ln>
        </p:spPr>
      </p:sp>
      <p:sp>
        <p:nvSpPr>
          <p:cNvPr id="228" name="Shape 228"/>
          <p:cNvSpPr/>
          <p:nvPr/>
        </p:nvSpPr>
        <p:spPr>
          <a:xfrm>
            <a:off x="10287000" y="5440680"/>
            <a:ext cx="1874520" cy="1325880"/>
          </a:xfrm>
          <a:prstGeom prst="ellipse">
            <a:avLst/>
          </a:prstGeom>
          <a:solidFill>
            <a:srgbClr val="C44EE0">
              <a:alpha val="12000"/>
            </a:srgbClr>
          </a:solidFill>
          <a:ln w="12700" cap="flat">
            <a:solidFill>
              <a:srgbClr val="C44EE0">
                <a:alpha val="28000"/>
              </a:srgbClr>
            </a:solidFill>
          </a:ln>
        </p:spPr>
      </p:sp>
      <p:sp>
        <p:nvSpPr>
          <p:cNvPr id="229" name="Shape 229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230" name="Text 23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theme12 · theme12_page058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声波霓虹风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36" name="Shape 23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ABFCB">
                <a:alpha val="100000"/>
              </a:srgbClr>
            </a:solidFill>
          </a:ln>
        </p:spPr>
      </p:sp>
      <p:sp>
        <p:nvSpPr>
          <p:cNvPr id="237" name="Shape 237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238" name="Text 238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44E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44EE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21182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21182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241" name="Shape 241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242" name="Text 242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BB6E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BB6EC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21182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21182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245" name="Shape 245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246" name="Text 246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21182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21182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3E2E6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/>
          <p:nvPr/>
        </p:nvSpPr>
        <p:spPr>
          <a:xfrm>
            <a:off x="9326880" y="457200"/>
            <a:ext cx="1" cy="402336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251" name="Shape 251"/>
          <p:cNvSpPr/>
          <p:nvPr/>
        </p:nvSpPr>
        <p:spPr>
          <a:xfrm>
            <a:off x="9710928" y="347472"/>
            <a:ext cx="1" cy="621792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252" name="Shape 252"/>
          <p:cNvSpPr/>
          <p:nvPr/>
        </p:nvSpPr>
        <p:spPr>
          <a:xfrm>
            <a:off x="10094976" y="237744"/>
            <a:ext cx="1" cy="841248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253" name="Shape 253"/>
          <p:cNvSpPr/>
          <p:nvPr/>
        </p:nvSpPr>
        <p:spPr>
          <a:xfrm>
            <a:off x="10479024" y="457200"/>
            <a:ext cx="1" cy="402336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254" name="Shape 254"/>
          <p:cNvSpPr/>
          <p:nvPr/>
        </p:nvSpPr>
        <p:spPr>
          <a:xfrm>
            <a:off x="10863072" y="347472"/>
            <a:ext cx="1" cy="621792"/>
          </a:xfrm>
          <a:prstGeom prst="line">
            <a:avLst/>
          </a:prstGeom>
          <a:noFill/>
          <a:ln w="26670" cap="flat">
            <a:solidFill>
              <a:srgbClr val="C44EE0">
                <a:alpha val="82000"/>
              </a:srgbClr>
            </a:solidFill>
          </a:ln>
        </p:spPr>
      </p:sp>
      <p:sp>
        <p:nvSpPr>
          <p:cNvPr id="255" name="Shape 255"/>
          <p:cNvSpPr/>
          <p:nvPr/>
        </p:nvSpPr>
        <p:spPr>
          <a:xfrm>
            <a:off x="11247120" y="237744"/>
            <a:ext cx="1" cy="841248"/>
          </a:xfrm>
          <a:prstGeom prst="line">
            <a:avLst/>
          </a:prstGeom>
          <a:noFill/>
          <a:ln w="26670" cap="flat">
            <a:solidFill>
              <a:srgbClr val="F15A29">
                <a:alpha val="82000"/>
              </a:srgbClr>
            </a:solidFill>
          </a:ln>
        </p:spPr>
      </p:sp>
      <p:sp>
        <p:nvSpPr>
          <p:cNvPr id="256" name="Shape 256"/>
          <p:cNvSpPr/>
          <p:nvPr/>
        </p:nvSpPr>
        <p:spPr>
          <a:xfrm>
            <a:off x="-502920" y="5321808"/>
            <a:ext cx="2148840" cy="1572768"/>
          </a:xfrm>
          <a:prstGeom prst="ellipse">
            <a:avLst/>
          </a:prstGeom>
          <a:solidFill>
            <a:srgbClr val="3BB6EC">
              <a:alpha val="16000"/>
            </a:srgbClr>
          </a:solidFill>
          <a:ln w="12700" cap="flat">
            <a:solidFill>
              <a:srgbClr val="3BB6EC">
                <a:alpha val="30000"/>
              </a:srgbClr>
            </a:solidFill>
          </a:ln>
        </p:spPr>
      </p:sp>
      <p:sp>
        <p:nvSpPr>
          <p:cNvPr id="257" name="Shape 257"/>
          <p:cNvSpPr/>
          <p:nvPr/>
        </p:nvSpPr>
        <p:spPr>
          <a:xfrm>
            <a:off x="10287000" y="5440680"/>
            <a:ext cx="1874520" cy="1325880"/>
          </a:xfrm>
          <a:prstGeom prst="ellipse">
            <a:avLst/>
          </a:prstGeom>
          <a:solidFill>
            <a:srgbClr val="C44EE0">
              <a:alpha val="12000"/>
            </a:srgbClr>
          </a:solidFill>
          <a:ln w="12700" cap="flat">
            <a:solidFill>
              <a:srgbClr val="C44EE0">
                <a:alpha val="28000"/>
              </a:srgbClr>
            </a:solidFill>
          </a:ln>
        </p:spPr>
      </p:sp>
      <p:sp>
        <p:nvSpPr>
          <p:cNvPr id="258" name="Shape 258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259" name="Text 259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theme12 · theme12_page080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声波霓虹风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21182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264" name="Shape 264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ABFCB">
                <a:alpha val="100000"/>
              </a:srgbClr>
            </a:solidFill>
          </a:ln>
        </p:spPr>
      </p:sp>
      <p:sp>
        <p:nvSpPr>
          <p:cNvPr id="265" name="Text 265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3BB6E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3BB6E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7D7176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15A29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C44E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C44EE0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D7176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主题示例｜theme12</dc:title>
  <dc:subject>展示 theme12 主题下的 Dashi PPT 内容组织、版式选择与可编辑交付</dc:subject>
  <dc:creator>Dashi PPT</dc:creator>
  <cp:lastModifiedBy>Dashi PPT</cp:lastModifiedBy>
  <dcterms:created xsi:type="dcterms:W3CDTF">2026-08-27T12:10:55.138Z</dcterms:created>
  <dcterms:modified xsi:type="dcterms:W3CDTF">2026-08-27T12:10:55.138Z</dcterms:modified>
</cp:coreProperties>
</file>