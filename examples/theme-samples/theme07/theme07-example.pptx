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9FC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84048" y="182880"/>
            <a:ext cx="45720" cy="614476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3" name="Shape 3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237744" y="987552"/>
            <a:ext cx="109728" cy="10972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5" name="Shape 5"/>
          <p:cNvSpPr/>
          <p:nvPr/>
        </p:nvSpPr>
        <p:spPr>
          <a:xfrm>
            <a:off x="237744" y="1207008"/>
            <a:ext cx="109728" cy="109728"/>
          </a:xfrm>
          <a:prstGeom prst="rect">
            <a:avLst/>
          </a:prstGeom>
          <a:solidFill>
            <a:srgbClr val="3B82A0">
              <a:alpha val="100000"/>
            </a:srgbClr>
          </a:solidFill>
          <a:ln w="0">
            <a:noFill/>
          </a:ln>
        </p:spPr>
      </p:sp>
      <p:sp>
        <p:nvSpPr>
          <p:cNvPr id="6" name="Shape 6"/>
          <p:cNvSpPr/>
          <p:nvPr/>
        </p:nvSpPr>
        <p:spPr>
          <a:xfrm>
            <a:off x="237744" y="1426464"/>
            <a:ext cx="109728" cy="109728"/>
          </a:xfrm>
          <a:prstGeom prst="rect">
            <a:avLst/>
          </a:prstGeom>
          <a:solidFill>
            <a:srgbClr val="6977B8">
              <a:alpha val="100000"/>
            </a:srgbClr>
          </a:solidFill>
          <a:ln w="0"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theme07 · theme07_page003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冷白调研风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THEME07  /  冷白调研风  /  ANTIGRAVITY EDITION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14" name="Shape 14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18" name="Shape 18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6977B8">
                <a:alpha val="100000"/>
              </a:srgbClr>
            </a:solidFill>
            <a:tailEnd type="triangle" w="sm" len="sm"/>
          </a:ln>
        </p:spPr>
      </p:sp>
      <p:sp>
        <p:nvSpPr>
          <p:cNvPr id="19" name="Shape 19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B82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B82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23" name="Shape 23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3B82A0">
                <a:alpha val="100000"/>
              </a:srgbClr>
            </a:solidFill>
            <a:tailEnd type="triangle" w="sm" len="sm"/>
          </a:ln>
        </p:spPr>
      </p:sp>
      <p:sp>
        <p:nvSpPr>
          <p:cNvPr id="24" name="Shape 24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9FC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/>
        </p:nvSpPr>
        <p:spPr>
          <a:xfrm>
            <a:off x="384048" y="182880"/>
            <a:ext cx="45720" cy="614476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36" name="Shape 36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37" name="Shape 37"/>
          <p:cNvSpPr/>
          <p:nvPr/>
        </p:nvSpPr>
        <p:spPr>
          <a:xfrm>
            <a:off x="237744" y="987552"/>
            <a:ext cx="109728" cy="10972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38" name="Shape 38"/>
          <p:cNvSpPr/>
          <p:nvPr/>
        </p:nvSpPr>
        <p:spPr>
          <a:xfrm>
            <a:off x="237744" y="1207008"/>
            <a:ext cx="109728" cy="109728"/>
          </a:xfrm>
          <a:prstGeom prst="rect">
            <a:avLst/>
          </a:prstGeom>
          <a:solidFill>
            <a:srgbClr val="3B82A0">
              <a:alpha val="100000"/>
            </a:srgbClr>
          </a:solidFill>
          <a:ln w="0">
            <a:noFill/>
          </a:ln>
        </p:spPr>
      </p:sp>
      <p:sp>
        <p:nvSpPr>
          <p:cNvPr id="39" name="Shape 39"/>
          <p:cNvSpPr/>
          <p:nvPr/>
        </p:nvSpPr>
        <p:spPr>
          <a:xfrm>
            <a:off x="237744" y="1426464"/>
            <a:ext cx="109728" cy="109728"/>
          </a:xfrm>
          <a:prstGeom prst="rect">
            <a:avLst/>
          </a:prstGeom>
          <a:solidFill>
            <a:srgbClr val="6977B8">
              <a:alpha val="100000"/>
            </a:srgbClr>
          </a:solidFill>
          <a:ln w="0"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theme07 · theme07_page013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冷白调研风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6" name="Shape 4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9D6E3">
                <a:alpha val="100000"/>
              </a:srgbClr>
            </a:solidFill>
          </a:ln>
        </p:spPr>
      </p:sp>
      <p:sp>
        <p:nvSpPr>
          <p:cNvPr id="47" name="Shape 47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52" name="Shape 52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6977B8">
                <a:alpha val="100000"/>
              </a:srgbClr>
            </a:solidFill>
          </a:ln>
        </p:spPr>
      </p:sp>
      <p:sp>
        <p:nvSpPr>
          <p:cNvPr id="53" name="Shape 53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B82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B82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3B82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B82A0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58" name="Shape 58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3B82A0">
                <a:alpha val="100000"/>
              </a:srgbClr>
            </a:solidFill>
          </a:ln>
        </p:spPr>
      </p:sp>
      <p:sp>
        <p:nvSpPr>
          <p:cNvPr id="59" name="Shape 59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60" name="Text 60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64" name="Shape 64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2563A8">
                <a:alpha val="100000"/>
              </a:srgbClr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9FC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/>
        </p:nvSpPr>
        <p:spPr>
          <a:xfrm>
            <a:off x="384048" y="182880"/>
            <a:ext cx="45720" cy="614476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67" name="Shape 67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68" name="Shape 68"/>
          <p:cNvSpPr/>
          <p:nvPr/>
        </p:nvSpPr>
        <p:spPr>
          <a:xfrm>
            <a:off x="237744" y="987552"/>
            <a:ext cx="109728" cy="10972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69" name="Shape 69"/>
          <p:cNvSpPr/>
          <p:nvPr/>
        </p:nvSpPr>
        <p:spPr>
          <a:xfrm>
            <a:off x="237744" y="1207008"/>
            <a:ext cx="109728" cy="109728"/>
          </a:xfrm>
          <a:prstGeom prst="rect">
            <a:avLst/>
          </a:prstGeom>
          <a:solidFill>
            <a:srgbClr val="3B82A0">
              <a:alpha val="100000"/>
            </a:srgbClr>
          </a:solidFill>
          <a:ln w="0">
            <a:noFill/>
          </a:ln>
        </p:spPr>
      </p:sp>
      <p:sp>
        <p:nvSpPr>
          <p:cNvPr id="70" name="Shape 70"/>
          <p:cNvSpPr/>
          <p:nvPr/>
        </p:nvSpPr>
        <p:spPr>
          <a:xfrm>
            <a:off x="237744" y="1426464"/>
            <a:ext cx="109728" cy="109728"/>
          </a:xfrm>
          <a:prstGeom prst="rect">
            <a:avLst/>
          </a:prstGeom>
          <a:solidFill>
            <a:srgbClr val="6977B8">
              <a:alpha val="100000"/>
            </a:srgbClr>
          </a:solidFill>
          <a:ln w="0">
            <a:noFill/>
          </a:ln>
        </p:spPr>
      </p:sp>
      <p:sp>
        <p:nvSpPr>
          <p:cNvPr id="71" name="Text 7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theme07 · theme07_page019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冷白调研风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7" name="Shape 77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9D6E3">
                <a:alpha val="100000"/>
              </a:srgbClr>
            </a:solidFill>
          </a:ln>
        </p:spPr>
      </p:sp>
      <p:sp>
        <p:nvSpPr>
          <p:cNvPr id="78" name="Shape 78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EEF4FA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79" name="Text 79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563A8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563A8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83" name="Shape 83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84" name="Text 84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88" name="Shape 88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89" name="Text 89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93" name="Shape 93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94" name="Text 94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9FC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/>
        </p:nvSpPr>
        <p:spPr>
          <a:xfrm>
            <a:off x="384048" y="182880"/>
            <a:ext cx="45720" cy="614476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100" name="Shape 100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01" name="Shape 101"/>
          <p:cNvSpPr/>
          <p:nvPr/>
        </p:nvSpPr>
        <p:spPr>
          <a:xfrm>
            <a:off x="237744" y="987552"/>
            <a:ext cx="109728" cy="10972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102" name="Shape 102"/>
          <p:cNvSpPr/>
          <p:nvPr/>
        </p:nvSpPr>
        <p:spPr>
          <a:xfrm>
            <a:off x="237744" y="1207008"/>
            <a:ext cx="109728" cy="109728"/>
          </a:xfrm>
          <a:prstGeom prst="rect">
            <a:avLst/>
          </a:prstGeom>
          <a:solidFill>
            <a:srgbClr val="3B82A0">
              <a:alpha val="100000"/>
            </a:srgbClr>
          </a:solidFill>
          <a:ln w="0">
            <a:noFill/>
          </a:ln>
        </p:spPr>
      </p:sp>
      <p:sp>
        <p:nvSpPr>
          <p:cNvPr id="103" name="Shape 103"/>
          <p:cNvSpPr/>
          <p:nvPr/>
        </p:nvSpPr>
        <p:spPr>
          <a:xfrm>
            <a:off x="237744" y="1426464"/>
            <a:ext cx="109728" cy="109728"/>
          </a:xfrm>
          <a:prstGeom prst="rect">
            <a:avLst/>
          </a:prstGeom>
          <a:solidFill>
            <a:srgbClr val="6977B8">
              <a:alpha val="100000"/>
            </a:srgbClr>
          </a:solidFill>
          <a:ln w="0">
            <a:noFill/>
          </a:ln>
        </p:spPr>
      </p:sp>
      <p:sp>
        <p:nvSpPr>
          <p:cNvPr id="104" name="Text 104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theme07 · theme07_page007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冷白调研风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0" name="Shape 110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11" name="Shape 111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12" name="Shape 112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F7F9FC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16" name="Shape 116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F7F9FC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17" name="Text 117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20" name="Shape 120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F7F9FC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21" name="Text 121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9FC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/>
        </p:nvSpPr>
        <p:spPr>
          <a:xfrm>
            <a:off x="384048" y="182880"/>
            <a:ext cx="45720" cy="614476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126" name="Shape 126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237744" y="987552"/>
            <a:ext cx="109728" cy="10972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128" name="Shape 128"/>
          <p:cNvSpPr/>
          <p:nvPr/>
        </p:nvSpPr>
        <p:spPr>
          <a:xfrm>
            <a:off x="237744" y="1207008"/>
            <a:ext cx="109728" cy="109728"/>
          </a:xfrm>
          <a:prstGeom prst="rect">
            <a:avLst/>
          </a:prstGeom>
          <a:solidFill>
            <a:srgbClr val="3B82A0">
              <a:alpha val="100000"/>
            </a:srgbClr>
          </a:solidFill>
          <a:ln w="0">
            <a:noFill/>
          </a:ln>
        </p:spPr>
      </p:sp>
      <p:sp>
        <p:nvSpPr>
          <p:cNvPr id="129" name="Shape 129"/>
          <p:cNvSpPr/>
          <p:nvPr/>
        </p:nvSpPr>
        <p:spPr>
          <a:xfrm>
            <a:off x="237744" y="1426464"/>
            <a:ext cx="109728" cy="109728"/>
          </a:xfrm>
          <a:prstGeom prst="rect">
            <a:avLst/>
          </a:prstGeom>
          <a:solidFill>
            <a:srgbClr val="6977B8">
              <a:alpha val="100000"/>
            </a:srgbClr>
          </a:solidFill>
          <a:ln w="0">
            <a:noFill/>
          </a:ln>
        </p:spPr>
      </p:sp>
      <p:sp>
        <p:nvSpPr>
          <p:cNvPr id="130" name="Text 13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theme07 · theme07_page071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冷白调研风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6" name="Shape 13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37" name="Shape 13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38" name="Shape 13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EEF4FA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39" name="Text 13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563A8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563A8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141" name="Shape 14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647485">
              <a:alpha val="100000"/>
            </a:srgbClr>
          </a:solidFill>
          <a:ln w="10160" cap="flat">
            <a:solidFill>
              <a:srgbClr val="647485">
                <a:alpha val="100000"/>
              </a:srgbClr>
            </a:solidFill>
          </a:ln>
        </p:spPr>
      </p:sp>
      <p:sp>
        <p:nvSpPr>
          <p:cNvPr id="142" name="Text 14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144" name="Shape 14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647485">
              <a:alpha val="100000"/>
            </a:srgbClr>
          </a:solidFill>
          <a:ln w="10160" cap="flat">
            <a:solidFill>
              <a:srgbClr val="647485">
                <a:alpha val="100000"/>
              </a:srgbClr>
            </a:solidFill>
          </a:ln>
        </p:spPr>
      </p:sp>
      <p:sp>
        <p:nvSpPr>
          <p:cNvPr id="145" name="Text 14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147" name="Shape 14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2563A8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48" name="Text 14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150" name="Shape 15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2563A8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51" name="Text 15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9FC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/>
        </p:nvSpPr>
        <p:spPr>
          <a:xfrm>
            <a:off x="384048" y="182880"/>
            <a:ext cx="45720" cy="614476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155" name="Shape 155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56" name="Shape 156"/>
          <p:cNvSpPr/>
          <p:nvPr/>
        </p:nvSpPr>
        <p:spPr>
          <a:xfrm>
            <a:off x="237744" y="987552"/>
            <a:ext cx="109728" cy="10972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157" name="Shape 157"/>
          <p:cNvSpPr/>
          <p:nvPr/>
        </p:nvSpPr>
        <p:spPr>
          <a:xfrm>
            <a:off x="237744" y="1207008"/>
            <a:ext cx="109728" cy="109728"/>
          </a:xfrm>
          <a:prstGeom prst="rect">
            <a:avLst/>
          </a:prstGeom>
          <a:solidFill>
            <a:srgbClr val="3B82A0">
              <a:alpha val="100000"/>
            </a:srgbClr>
          </a:solidFill>
          <a:ln w="0">
            <a:noFill/>
          </a:ln>
        </p:spPr>
      </p:sp>
      <p:sp>
        <p:nvSpPr>
          <p:cNvPr id="158" name="Shape 158"/>
          <p:cNvSpPr/>
          <p:nvPr/>
        </p:nvSpPr>
        <p:spPr>
          <a:xfrm>
            <a:off x="237744" y="1426464"/>
            <a:ext cx="109728" cy="109728"/>
          </a:xfrm>
          <a:prstGeom prst="rect">
            <a:avLst/>
          </a:prstGeom>
          <a:solidFill>
            <a:srgbClr val="6977B8">
              <a:alpha val="100000"/>
            </a:srgbClr>
          </a:solidFill>
          <a:ln w="0">
            <a:noFill/>
          </a:ln>
        </p:spPr>
      </p:sp>
      <p:sp>
        <p:nvSpPr>
          <p:cNvPr id="159" name="Text 159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theme07 · theme07_page031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冷白调研风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5" name="Shape 165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66" name="Text 166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167" name="Shape 167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68" name="Shape 168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69" name="Shape 169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C9D6E3">
                <a:alpha val="55000"/>
              </a:srgbClr>
            </a:solidFill>
          </a:ln>
        </p:spPr>
      </p:sp>
      <p:sp>
        <p:nvSpPr>
          <p:cNvPr id="170" name="Text 170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1" name="Shape 171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C9D6E3">
                <a:alpha val="55000"/>
              </a:srgbClr>
            </a:solidFill>
          </a:ln>
        </p:spPr>
      </p:sp>
      <p:sp>
        <p:nvSpPr>
          <p:cNvPr id="172" name="Text 172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73" name="Shape 173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C9D6E3">
                <a:alpha val="55000"/>
              </a:srgbClr>
            </a:solidFill>
          </a:ln>
        </p:spPr>
      </p:sp>
      <p:sp>
        <p:nvSpPr>
          <p:cNvPr id="174" name="Text 174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75" name="Shape 175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C9D6E3">
                <a:alpha val="55000"/>
              </a:srgbClr>
            </a:solidFill>
          </a:ln>
        </p:spPr>
      </p:sp>
      <p:sp>
        <p:nvSpPr>
          <p:cNvPr id="176" name="Text 176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77" name="Shape 177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C9D6E3">
                <a:alpha val="55000"/>
              </a:srgbClr>
            </a:solidFill>
          </a:ln>
        </p:spPr>
      </p:sp>
      <p:sp>
        <p:nvSpPr>
          <p:cNvPr id="178" name="Text 178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79" name="Shape 179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2563A8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80" name="Text 180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82" name="Shape 182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83" name="Shape 183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2563A8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84" name="Text 184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186" name="Shape 186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87" name="Shape 187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2563A8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88" name="Text 188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190" name="Shape 190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91" name="Shape 191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2563A8">
              <a:alpha val="100000"/>
            </a:srgbClr>
          </a:solidFill>
          <a:ln w="10160" cap="flat">
            <a:solidFill>
              <a:srgbClr val="2563A8">
                <a:alpha val="100000"/>
              </a:srgbClr>
            </a:solidFill>
          </a:ln>
        </p:spPr>
      </p:sp>
      <p:sp>
        <p:nvSpPr>
          <p:cNvPr id="192" name="Text 192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194" name="Shape 194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95" name="Text 195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1B2C3D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9FC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/>
        </p:nvSpPr>
        <p:spPr>
          <a:xfrm>
            <a:off x="384048" y="182880"/>
            <a:ext cx="45720" cy="614476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198" name="Shape 198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199" name="Shape 199"/>
          <p:cNvSpPr/>
          <p:nvPr/>
        </p:nvSpPr>
        <p:spPr>
          <a:xfrm>
            <a:off x="237744" y="987552"/>
            <a:ext cx="109728" cy="10972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200" name="Shape 200"/>
          <p:cNvSpPr/>
          <p:nvPr/>
        </p:nvSpPr>
        <p:spPr>
          <a:xfrm>
            <a:off x="237744" y="1207008"/>
            <a:ext cx="109728" cy="109728"/>
          </a:xfrm>
          <a:prstGeom prst="rect">
            <a:avLst/>
          </a:prstGeom>
          <a:solidFill>
            <a:srgbClr val="3B82A0">
              <a:alpha val="100000"/>
            </a:srgbClr>
          </a:solidFill>
          <a:ln w="0">
            <a:noFill/>
          </a:ln>
        </p:spPr>
      </p:sp>
      <p:sp>
        <p:nvSpPr>
          <p:cNvPr id="201" name="Shape 201"/>
          <p:cNvSpPr/>
          <p:nvPr/>
        </p:nvSpPr>
        <p:spPr>
          <a:xfrm>
            <a:off x="237744" y="1426464"/>
            <a:ext cx="109728" cy="109728"/>
          </a:xfrm>
          <a:prstGeom prst="rect">
            <a:avLst/>
          </a:prstGeom>
          <a:solidFill>
            <a:srgbClr val="6977B8">
              <a:alpha val="100000"/>
            </a:srgbClr>
          </a:solidFill>
          <a:ln w="0">
            <a:noFill/>
          </a:ln>
        </p:spPr>
      </p:sp>
      <p:sp>
        <p:nvSpPr>
          <p:cNvPr id="202" name="Text 202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theme07 · theme07_page015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冷白调研风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8" name="Shape 208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9D6E3">
                <a:alpha val="100000"/>
              </a:srgbClr>
            </a:solidFill>
          </a:ln>
        </p:spPr>
      </p:sp>
      <p:sp>
        <p:nvSpPr>
          <p:cNvPr id="209" name="Shape 209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210" name="Text 210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1B2C3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1B2C3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213" name="Shape 213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214" name="Text 214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B82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B82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1B2C3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1B2C3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216" name="Text 216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217" name="Shape 217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218" name="Text 218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1B2C3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1B2C3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9FC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/>
        </p:nvSpPr>
        <p:spPr>
          <a:xfrm>
            <a:off x="384048" y="182880"/>
            <a:ext cx="45720" cy="614476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223" name="Shape 223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224" name="Shape 224"/>
          <p:cNvSpPr/>
          <p:nvPr/>
        </p:nvSpPr>
        <p:spPr>
          <a:xfrm>
            <a:off x="237744" y="987552"/>
            <a:ext cx="109728" cy="109728"/>
          </a:xfrm>
          <a:prstGeom prst="rect">
            <a:avLst/>
          </a:prstGeom>
          <a:solidFill>
            <a:srgbClr val="2563A8">
              <a:alpha val="100000"/>
            </a:srgbClr>
          </a:solidFill>
          <a:ln w="0">
            <a:noFill/>
          </a:ln>
        </p:spPr>
      </p:sp>
      <p:sp>
        <p:nvSpPr>
          <p:cNvPr id="225" name="Shape 225"/>
          <p:cNvSpPr/>
          <p:nvPr/>
        </p:nvSpPr>
        <p:spPr>
          <a:xfrm>
            <a:off x="237744" y="1207008"/>
            <a:ext cx="109728" cy="109728"/>
          </a:xfrm>
          <a:prstGeom prst="rect">
            <a:avLst/>
          </a:prstGeom>
          <a:solidFill>
            <a:srgbClr val="3B82A0">
              <a:alpha val="100000"/>
            </a:srgbClr>
          </a:solidFill>
          <a:ln w="0">
            <a:noFill/>
          </a:ln>
        </p:spPr>
      </p:sp>
      <p:sp>
        <p:nvSpPr>
          <p:cNvPr id="226" name="Shape 226"/>
          <p:cNvSpPr/>
          <p:nvPr/>
        </p:nvSpPr>
        <p:spPr>
          <a:xfrm>
            <a:off x="237744" y="1426464"/>
            <a:ext cx="109728" cy="109728"/>
          </a:xfrm>
          <a:prstGeom prst="rect">
            <a:avLst/>
          </a:prstGeom>
          <a:solidFill>
            <a:srgbClr val="6977B8">
              <a:alpha val="100000"/>
            </a:srgbClr>
          </a:solidFill>
          <a:ln w="0">
            <a:noFill/>
          </a:ln>
        </p:spPr>
      </p:sp>
      <p:sp>
        <p:nvSpPr>
          <p:cNvPr id="227" name="Text 22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theme07 · theme07_page068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冷白调研风</a:t>
            </a:r>
          </a:p>
        </p:txBody>
      </p:sp>
      <p:sp>
        <p:nvSpPr>
          <p:cNvPr id="229" name="Text 229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1B2C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232" name="Shape 232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9D6E3">
                <a:alpha val="100000"/>
              </a:srgbClr>
            </a:solidFill>
          </a:ln>
        </p:spPr>
      </p:sp>
      <p:sp>
        <p:nvSpPr>
          <p:cNvPr id="233" name="Text 233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3B82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3B82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6474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563A8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6977B8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47485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主题示例｜theme07</dc:title>
  <dc:subject>展示 theme07 主题下的 Dashi PPT 内容组织、版式选择与可编辑交付</dc:subject>
  <dc:creator>Dashi PPT</dc:creator>
  <cp:lastModifiedBy>Dashi PPT</cp:lastModifiedBy>
  <dcterms:created xsi:type="dcterms:W3CDTF">2026-08-27T12:10:54.830Z</dcterms:created>
  <dcterms:modified xsi:type="dcterms:W3CDTF">2026-08-27T12:10:54.830Z</dcterms:modified>
</cp:coreProperties>
</file>