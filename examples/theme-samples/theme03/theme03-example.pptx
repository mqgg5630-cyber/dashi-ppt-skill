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8131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8131F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292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" name="Shape 3"/>
          <p:cNvSpPr/>
          <p:nvPr/>
        </p:nvSpPr>
        <p:spPr>
          <a:xfrm>
            <a:off x="116128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181965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5" name="Shape 5"/>
          <p:cNvSpPr/>
          <p:nvPr/>
        </p:nvSpPr>
        <p:spPr>
          <a:xfrm>
            <a:off x="247802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6" name="Shape 6"/>
          <p:cNvSpPr/>
          <p:nvPr/>
        </p:nvSpPr>
        <p:spPr>
          <a:xfrm>
            <a:off x="313639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7" name="Shape 7"/>
          <p:cNvSpPr/>
          <p:nvPr/>
        </p:nvSpPr>
        <p:spPr>
          <a:xfrm>
            <a:off x="379476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8" name="Shape 8"/>
          <p:cNvSpPr/>
          <p:nvPr/>
        </p:nvSpPr>
        <p:spPr>
          <a:xfrm>
            <a:off x="445312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9" name="Shape 9"/>
          <p:cNvSpPr/>
          <p:nvPr/>
        </p:nvSpPr>
        <p:spPr>
          <a:xfrm>
            <a:off x="511149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0" name="Shape 10"/>
          <p:cNvSpPr/>
          <p:nvPr/>
        </p:nvSpPr>
        <p:spPr>
          <a:xfrm>
            <a:off x="576986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1" name="Shape 11"/>
          <p:cNvSpPr/>
          <p:nvPr/>
        </p:nvSpPr>
        <p:spPr>
          <a:xfrm>
            <a:off x="642823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2" name="Shape 12"/>
          <p:cNvSpPr/>
          <p:nvPr/>
        </p:nvSpPr>
        <p:spPr>
          <a:xfrm>
            <a:off x="708660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3" name="Shape 13"/>
          <p:cNvSpPr/>
          <p:nvPr/>
        </p:nvSpPr>
        <p:spPr>
          <a:xfrm>
            <a:off x="774496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4" name="Shape 14"/>
          <p:cNvSpPr/>
          <p:nvPr/>
        </p:nvSpPr>
        <p:spPr>
          <a:xfrm>
            <a:off x="840333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5" name="Shape 15"/>
          <p:cNvSpPr/>
          <p:nvPr/>
        </p:nvSpPr>
        <p:spPr>
          <a:xfrm>
            <a:off x="906170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6" name="Shape 16"/>
          <p:cNvSpPr/>
          <p:nvPr/>
        </p:nvSpPr>
        <p:spPr>
          <a:xfrm>
            <a:off x="972007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7" name="Shape 17"/>
          <p:cNvSpPr/>
          <p:nvPr/>
        </p:nvSpPr>
        <p:spPr>
          <a:xfrm>
            <a:off x="1037844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8" name="Shape 18"/>
          <p:cNvSpPr/>
          <p:nvPr/>
        </p:nvSpPr>
        <p:spPr>
          <a:xfrm>
            <a:off x="1103680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9" name="Shape 19"/>
          <p:cNvSpPr/>
          <p:nvPr/>
        </p:nvSpPr>
        <p:spPr>
          <a:xfrm>
            <a:off x="1169517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0" name="Shape 20"/>
          <p:cNvSpPr/>
          <p:nvPr/>
        </p:nvSpPr>
        <p:spPr>
          <a:xfrm>
            <a:off x="347472" y="43891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1" name="Shape 21"/>
          <p:cNvSpPr/>
          <p:nvPr/>
        </p:nvSpPr>
        <p:spPr>
          <a:xfrm>
            <a:off x="347472" y="91440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2" name="Shape 22"/>
          <p:cNvSpPr/>
          <p:nvPr/>
        </p:nvSpPr>
        <p:spPr>
          <a:xfrm>
            <a:off x="347472" y="138988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3" name="Shape 23"/>
          <p:cNvSpPr/>
          <p:nvPr/>
        </p:nvSpPr>
        <p:spPr>
          <a:xfrm>
            <a:off x="347472" y="186537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4" name="Shape 24"/>
          <p:cNvSpPr/>
          <p:nvPr/>
        </p:nvSpPr>
        <p:spPr>
          <a:xfrm>
            <a:off x="347472" y="234086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5" name="Shape 25"/>
          <p:cNvSpPr/>
          <p:nvPr/>
        </p:nvSpPr>
        <p:spPr>
          <a:xfrm>
            <a:off x="347472" y="281635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6" name="Shape 26"/>
          <p:cNvSpPr/>
          <p:nvPr/>
        </p:nvSpPr>
        <p:spPr>
          <a:xfrm>
            <a:off x="347472" y="329184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7" name="Shape 27"/>
          <p:cNvSpPr/>
          <p:nvPr/>
        </p:nvSpPr>
        <p:spPr>
          <a:xfrm>
            <a:off x="347472" y="376732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8" name="Shape 28"/>
          <p:cNvSpPr/>
          <p:nvPr/>
        </p:nvSpPr>
        <p:spPr>
          <a:xfrm>
            <a:off x="347472" y="424281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9" name="Shape 29"/>
          <p:cNvSpPr/>
          <p:nvPr/>
        </p:nvSpPr>
        <p:spPr>
          <a:xfrm>
            <a:off x="347472" y="471830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0" name="Shape 30"/>
          <p:cNvSpPr/>
          <p:nvPr/>
        </p:nvSpPr>
        <p:spPr>
          <a:xfrm>
            <a:off x="347472" y="519379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1" name="Shape 31"/>
          <p:cNvSpPr/>
          <p:nvPr/>
        </p:nvSpPr>
        <p:spPr>
          <a:xfrm>
            <a:off x="347472" y="566928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2" name="Shape 32"/>
          <p:cNvSpPr/>
          <p:nvPr/>
        </p:nvSpPr>
        <p:spPr>
          <a:xfrm>
            <a:off x="347472" y="614476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3" name="Shape 33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3970" cap="flat">
            <a:solidFill>
              <a:srgbClr val="7CFFB2">
                <a:alpha val="75000"/>
              </a:srgbClr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theme03 · theme03_page004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深浅代码风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THEME03  /  深浅代码风  /  ANTIGRAVITY EDITION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41" name="Shape 41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0A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0A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45" name="Shape 45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C0A8FF">
                <a:alpha val="100000"/>
              </a:srgbClr>
            </a:solidFill>
            <a:tailEnd type="triangle" w="sm" len="sm"/>
          </a:ln>
        </p:spPr>
      </p:sp>
      <p:sp>
        <p:nvSpPr>
          <p:cNvPr id="46" name="Shape 46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EC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EC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50" name="Shape 50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7EC8FF">
                <a:alpha val="100000"/>
              </a:srgbClr>
            </a:solidFill>
            <a:tailEnd type="triangle" w="sm" len="sm"/>
          </a:ln>
        </p:spPr>
      </p:sp>
      <p:sp>
        <p:nvSpPr>
          <p:cNvPr id="51" name="Shape 51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8131F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50292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63" name="Shape 63"/>
          <p:cNvSpPr/>
          <p:nvPr/>
        </p:nvSpPr>
        <p:spPr>
          <a:xfrm>
            <a:off x="116128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64" name="Shape 64"/>
          <p:cNvSpPr/>
          <p:nvPr/>
        </p:nvSpPr>
        <p:spPr>
          <a:xfrm>
            <a:off x="181965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65" name="Shape 65"/>
          <p:cNvSpPr/>
          <p:nvPr/>
        </p:nvSpPr>
        <p:spPr>
          <a:xfrm>
            <a:off x="247802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66" name="Shape 66"/>
          <p:cNvSpPr/>
          <p:nvPr/>
        </p:nvSpPr>
        <p:spPr>
          <a:xfrm>
            <a:off x="313639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67" name="Shape 67"/>
          <p:cNvSpPr/>
          <p:nvPr/>
        </p:nvSpPr>
        <p:spPr>
          <a:xfrm>
            <a:off x="379476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68" name="Shape 68"/>
          <p:cNvSpPr/>
          <p:nvPr/>
        </p:nvSpPr>
        <p:spPr>
          <a:xfrm>
            <a:off x="445312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69" name="Shape 69"/>
          <p:cNvSpPr/>
          <p:nvPr/>
        </p:nvSpPr>
        <p:spPr>
          <a:xfrm>
            <a:off x="511149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70" name="Shape 70"/>
          <p:cNvSpPr/>
          <p:nvPr/>
        </p:nvSpPr>
        <p:spPr>
          <a:xfrm>
            <a:off x="576986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71" name="Shape 71"/>
          <p:cNvSpPr/>
          <p:nvPr/>
        </p:nvSpPr>
        <p:spPr>
          <a:xfrm>
            <a:off x="642823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72" name="Shape 72"/>
          <p:cNvSpPr/>
          <p:nvPr/>
        </p:nvSpPr>
        <p:spPr>
          <a:xfrm>
            <a:off x="708660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73" name="Shape 73"/>
          <p:cNvSpPr/>
          <p:nvPr/>
        </p:nvSpPr>
        <p:spPr>
          <a:xfrm>
            <a:off x="774496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74" name="Shape 74"/>
          <p:cNvSpPr/>
          <p:nvPr/>
        </p:nvSpPr>
        <p:spPr>
          <a:xfrm>
            <a:off x="840333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75" name="Shape 75"/>
          <p:cNvSpPr/>
          <p:nvPr/>
        </p:nvSpPr>
        <p:spPr>
          <a:xfrm>
            <a:off x="906170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76" name="Shape 76"/>
          <p:cNvSpPr/>
          <p:nvPr/>
        </p:nvSpPr>
        <p:spPr>
          <a:xfrm>
            <a:off x="972007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77" name="Shape 77"/>
          <p:cNvSpPr/>
          <p:nvPr/>
        </p:nvSpPr>
        <p:spPr>
          <a:xfrm>
            <a:off x="1037844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78" name="Shape 78"/>
          <p:cNvSpPr/>
          <p:nvPr/>
        </p:nvSpPr>
        <p:spPr>
          <a:xfrm>
            <a:off x="1103680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79" name="Shape 79"/>
          <p:cNvSpPr/>
          <p:nvPr/>
        </p:nvSpPr>
        <p:spPr>
          <a:xfrm>
            <a:off x="1169517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80" name="Shape 80"/>
          <p:cNvSpPr/>
          <p:nvPr/>
        </p:nvSpPr>
        <p:spPr>
          <a:xfrm>
            <a:off x="347472" y="43891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81" name="Shape 81"/>
          <p:cNvSpPr/>
          <p:nvPr/>
        </p:nvSpPr>
        <p:spPr>
          <a:xfrm>
            <a:off x="347472" y="91440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82" name="Shape 82"/>
          <p:cNvSpPr/>
          <p:nvPr/>
        </p:nvSpPr>
        <p:spPr>
          <a:xfrm>
            <a:off x="347472" y="138988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83" name="Shape 83"/>
          <p:cNvSpPr/>
          <p:nvPr/>
        </p:nvSpPr>
        <p:spPr>
          <a:xfrm>
            <a:off x="347472" y="186537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84" name="Shape 84"/>
          <p:cNvSpPr/>
          <p:nvPr/>
        </p:nvSpPr>
        <p:spPr>
          <a:xfrm>
            <a:off x="347472" y="234086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85" name="Shape 85"/>
          <p:cNvSpPr/>
          <p:nvPr/>
        </p:nvSpPr>
        <p:spPr>
          <a:xfrm>
            <a:off x="347472" y="281635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86" name="Shape 86"/>
          <p:cNvSpPr/>
          <p:nvPr/>
        </p:nvSpPr>
        <p:spPr>
          <a:xfrm>
            <a:off x="347472" y="329184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87" name="Shape 87"/>
          <p:cNvSpPr/>
          <p:nvPr/>
        </p:nvSpPr>
        <p:spPr>
          <a:xfrm>
            <a:off x="347472" y="376732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88" name="Shape 88"/>
          <p:cNvSpPr/>
          <p:nvPr/>
        </p:nvSpPr>
        <p:spPr>
          <a:xfrm>
            <a:off x="347472" y="424281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89" name="Shape 89"/>
          <p:cNvSpPr/>
          <p:nvPr/>
        </p:nvSpPr>
        <p:spPr>
          <a:xfrm>
            <a:off x="347472" y="471830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90" name="Shape 90"/>
          <p:cNvSpPr/>
          <p:nvPr/>
        </p:nvSpPr>
        <p:spPr>
          <a:xfrm>
            <a:off x="347472" y="519379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91" name="Shape 91"/>
          <p:cNvSpPr/>
          <p:nvPr/>
        </p:nvSpPr>
        <p:spPr>
          <a:xfrm>
            <a:off x="347472" y="566928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92" name="Shape 92"/>
          <p:cNvSpPr/>
          <p:nvPr/>
        </p:nvSpPr>
        <p:spPr>
          <a:xfrm>
            <a:off x="347472" y="614476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93" name="Shape 93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3970" cap="flat">
            <a:solidFill>
              <a:srgbClr val="7CFFB2">
                <a:alpha val="75000"/>
              </a:srgbClr>
            </a:solidFill>
          </a:ln>
        </p:spPr>
      </p:sp>
      <p:sp>
        <p:nvSpPr>
          <p:cNvPr id="94" name="Text 94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theme03 · theme03_page007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深浅代码风</a:t>
            </a:r>
          </a:p>
        </p:txBody>
      </p:sp>
      <p:sp>
        <p:nvSpPr>
          <p:cNvPr id="96" name="Text 96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0" name="Shape 100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2A4C5F">
                <a:alpha val="100000"/>
              </a:srgbClr>
            </a:solidFill>
          </a:ln>
        </p:spPr>
      </p:sp>
      <p:sp>
        <p:nvSpPr>
          <p:cNvPr id="101" name="Shape 101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102" name="Text 102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0A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0A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C0A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0A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106" name="Shape 106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C0A8FF">
                <a:alpha val="100000"/>
              </a:srgbClr>
            </a:solidFill>
          </a:ln>
        </p:spPr>
      </p:sp>
      <p:sp>
        <p:nvSpPr>
          <p:cNvPr id="107" name="Shape 107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108" name="Text 108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EC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EC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7EC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EC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112" name="Shape 112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7EC8FF">
                <a:alpha val="100000"/>
              </a:srgbClr>
            </a:solidFill>
          </a:ln>
        </p:spPr>
      </p:sp>
      <p:sp>
        <p:nvSpPr>
          <p:cNvPr id="113" name="Shape 113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114" name="Text 114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118" name="Shape 118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7CFFB2">
                <a:alpha val="100000"/>
              </a:srgbClr>
            </a:solidFill>
          </a:ln>
        </p:spPr>
      </p:sp>
      <p:sp>
        <p:nvSpPr>
          <p:cNvPr id="119" name="Text 119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8131F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/>
        </p:nvSpPr>
        <p:spPr>
          <a:xfrm>
            <a:off x="50292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21" name="Shape 121"/>
          <p:cNvSpPr/>
          <p:nvPr/>
        </p:nvSpPr>
        <p:spPr>
          <a:xfrm>
            <a:off x="116128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22" name="Shape 122"/>
          <p:cNvSpPr/>
          <p:nvPr/>
        </p:nvSpPr>
        <p:spPr>
          <a:xfrm>
            <a:off x="181965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23" name="Shape 123"/>
          <p:cNvSpPr/>
          <p:nvPr/>
        </p:nvSpPr>
        <p:spPr>
          <a:xfrm>
            <a:off x="247802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24" name="Shape 124"/>
          <p:cNvSpPr/>
          <p:nvPr/>
        </p:nvSpPr>
        <p:spPr>
          <a:xfrm>
            <a:off x="313639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25" name="Shape 125"/>
          <p:cNvSpPr/>
          <p:nvPr/>
        </p:nvSpPr>
        <p:spPr>
          <a:xfrm>
            <a:off x="379476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26" name="Shape 126"/>
          <p:cNvSpPr/>
          <p:nvPr/>
        </p:nvSpPr>
        <p:spPr>
          <a:xfrm>
            <a:off x="445312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27" name="Shape 127"/>
          <p:cNvSpPr/>
          <p:nvPr/>
        </p:nvSpPr>
        <p:spPr>
          <a:xfrm>
            <a:off x="511149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28" name="Shape 128"/>
          <p:cNvSpPr/>
          <p:nvPr/>
        </p:nvSpPr>
        <p:spPr>
          <a:xfrm>
            <a:off x="576986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29" name="Shape 129"/>
          <p:cNvSpPr/>
          <p:nvPr/>
        </p:nvSpPr>
        <p:spPr>
          <a:xfrm>
            <a:off x="642823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30" name="Shape 130"/>
          <p:cNvSpPr/>
          <p:nvPr/>
        </p:nvSpPr>
        <p:spPr>
          <a:xfrm>
            <a:off x="708660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31" name="Shape 131"/>
          <p:cNvSpPr/>
          <p:nvPr/>
        </p:nvSpPr>
        <p:spPr>
          <a:xfrm>
            <a:off x="774496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32" name="Shape 132"/>
          <p:cNvSpPr/>
          <p:nvPr/>
        </p:nvSpPr>
        <p:spPr>
          <a:xfrm>
            <a:off x="840333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33" name="Shape 133"/>
          <p:cNvSpPr/>
          <p:nvPr/>
        </p:nvSpPr>
        <p:spPr>
          <a:xfrm>
            <a:off x="906170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34" name="Shape 134"/>
          <p:cNvSpPr/>
          <p:nvPr/>
        </p:nvSpPr>
        <p:spPr>
          <a:xfrm>
            <a:off x="972007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35" name="Shape 135"/>
          <p:cNvSpPr/>
          <p:nvPr/>
        </p:nvSpPr>
        <p:spPr>
          <a:xfrm>
            <a:off x="1037844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36" name="Shape 136"/>
          <p:cNvSpPr/>
          <p:nvPr/>
        </p:nvSpPr>
        <p:spPr>
          <a:xfrm>
            <a:off x="1103680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37" name="Shape 137"/>
          <p:cNvSpPr/>
          <p:nvPr/>
        </p:nvSpPr>
        <p:spPr>
          <a:xfrm>
            <a:off x="1169517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38" name="Shape 138"/>
          <p:cNvSpPr/>
          <p:nvPr/>
        </p:nvSpPr>
        <p:spPr>
          <a:xfrm>
            <a:off x="347472" y="43891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39" name="Shape 139"/>
          <p:cNvSpPr/>
          <p:nvPr/>
        </p:nvSpPr>
        <p:spPr>
          <a:xfrm>
            <a:off x="347472" y="91440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40" name="Shape 140"/>
          <p:cNvSpPr/>
          <p:nvPr/>
        </p:nvSpPr>
        <p:spPr>
          <a:xfrm>
            <a:off x="347472" y="138988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41" name="Shape 141"/>
          <p:cNvSpPr/>
          <p:nvPr/>
        </p:nvSpPr>
        <p:spPr>
          <a:xfrm>
            <a:off x="347472" y="186537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42" name="Shape 142"/>
          <p:cNvSpPr/>
          <p:nvPr/>
        </p:nvSpPr>
        <p:spPr>
          <a:xfrm>
            <a:off x="347472" y="234086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43" name="Shape 143"/>
          <p:cNvSpPr/>
          <p:nvPr/>
        </p:nvSpPr>
        <p:spPr>
          <a:xfrm>
            <a:off x="347472" y="281635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44" name="Shape 144"/>
          <p:cNvSpPr/>
          <p:nvPr/>
        </p:nvSpPr>
        <p:spPr>
          <a:xfrm>
            <a:off x="347472" y="329184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45" name="Shape 145"/>
          <p:cNvSpPr/>
          <p:nvPr/>
        </p:nvSpPr>
        <p:spPr>
          <a:xfrm>
            <a:off x="347472" y="376732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46" name="Shape 146"/>
          <p:cNvSpPr/>
          <p:nvPr/>
        </p:nvSpPr>
        <p:spPr>
          <a:xfrm>
            <a:off x="347472" y="424281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47" name="Shape 147"/>
          <p:cNvSpPr/>
          <p:nvPr/>
        </p:nvSpPr>
        <p:spPr>
          <a:xfrm>
            <a:off x="347472" y="471830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48" name="Shape 148"/>
          <p:cNvSpPr/>
          <p:nvPr/>
        </p:nvSpPr>
        <p:spPr>
          <a:xfrm>
            <a:off x="347472" y="519379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49" name="Shape 149"/>
          <p:cNvSpPr/>
          <p:nvPr/>
        </p:nvSpPr>
        <p:spPr>
          <a:xfrm>
            <a:off x="347472" y="566928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50" name="Shape 150"/>
          <p:cNvSpPr/>
          <p:nvPr/>
        </p:nvSpPr>
        <p:spPr>
          <a:xfrm>
            <a:off x="347472" y="614476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51" name="Shape 151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3970" cap="flat">
            <a:solidFill>
              <a:srgbClr val="7CFFB2">
                <a:alpha val="75000"/>
              </a:srgbClr>
            </a:solidFill>
          </a:ln>
        </p:spPr>
      </p:sp>
      <p:sp>
        <p:nvSpPr>
          <p:cNvPr id="152" name="Text 152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theme03 · theme03_page008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深浅代码风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8" name="Shape 158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2A4C5F">
                <a:alpha val="100000"/>
              </a:srgbClr>
            </a:solidFill>
          </a:ln>
        </p:spPr>
      </p:sp>
      <p:sp>
        <p:nvSpPr>
          <p:cNvPr id="159" name="Shape 159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12304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160" name="Text 160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7CFFB2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7CFFB2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164" name="Shape 164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165" name="Text 165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169" name="Shape 169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170" name="Text 170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174" name="Shape 174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175" name="Text 175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8131F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/>
        </p:nvSpPr>
        <p:spPr>
          <a:xfrm>
            <a:off x="50292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81" name="Shape 181"/>
          <p:cNvSpPr/>
          <p:nvPr/>
        </p:nvSpPr>
        <p:spPr>
          <a:xfrm>
            <a:off x="116128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82" name="Shape 182"/>
          <p:cNvSpPr/>
          <p:nvPr/>
        </p:nvSpPr>
        <p:spPr>
          <a:xfrm>
            <a:off x="181965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83" name="Shape 183"/>
          <p:cNvSpPr/>
          <p:nvPr/>
        </p:nvSpPr>
        <p:spPr>
          <a:xfrm>
            <a:off x="247802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84" name="Shape 184"/>
          <p:cNvSpPr/>
          <p:nvPr/>
        </p:nvSpPr>
        <p:spPr>
          <a:xfrm>
            <a:off x="313639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85" name="Shape 185"/>
          <p:cNvSpPr/>
          <p:nvPr/>
        </p:nvSpPr>
        <p:spPr>
          <a:xfrm>
            <a:off x="379476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86" name="Shape 186"/>
          <p:cNvSpPr/>
          <p:nvPr/>
        </p:nvSpPr>
        <p:spPr>
          <a:xfrm>
            <a:off x="445312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87" name="Shape 187"/>
          <p:cNvSpPr/>
          <p:nvPr/>
        </p:nvSpPr>
        <p:spPr>
          <a:xfrm>
            <a:off x="511149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88" name="Shape 188"/>
          <p:cNvSpPr/>
          <p:nvPr/>
        </p:nvSpPr>
        <p:spPr>
          <a:xfrm>
            <a:off x="576986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89" name="Shape 189"/>
          <p:cNvSpPr/>
          <p:nvPr/>
        </p:nvSpPr>
        <p:spPr>
          <a:xfrm>
            <a:off x="642823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90" name="Shape 190"/>
          <p:cNvSpPr/>
          <p:nvPr/>
        </p:nvSpPr>
        <p:spPr>
          <a:xfrm>
            <a:off x="708660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91" name="Shape 191"/>
          <p:cNvSpPr/>
          <p:nvPr/>
        </p:nvSpPr>
        <p:spPr>
          <a:xfrm>
            <a:off x="774496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92" name="Shape 192"/>
          <p:cNvSpPr/>
          <p:nvPr/>
        </p:nvSpPr>
        <p:spPr>
          <a:xfrm>
            <a:off x="840333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93" name="Shape 193"/>
          <p:cNvSpPr/>
          <p:nvPr/>
        </p:nvSpPr>
        <p:spPr>
          <a:xfrm>
            <a:off x="906170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94" name="Shape 194"/>
          <p:cNvSpPr/>
          <p:nvPr/>
        </p:nvSpPr>
        <p:spPr>
          <a:xfrm>
            <a:off x="972007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95" name="Shape 195"/>
          <p:cNvSpPr/>
          <p:nvPr/>
        </p:nvSpPr>
        <p:spPr>
          <a:xfrm>
            <a:off x="1037844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96" name="Shape 196"/>
          <p:cNvSpPr/>
          <p:nvPr/>
        </p:nvSpPr>
        <p:spPr>
          <a:xfrm>
            <a:off x="1103680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97" name="Shape 197"/>
          <p:cNvSpPr/>
          <p:nvPr/>
        </p:nvSpPr>
        <p:spPr>
          <a:xfrm>
            <a:off x="1169517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198" name="Shape 198"/>
          <p:cNvSpPr/>
          <p:nvPr/>
        </p:nvSpPr>
        <p:spPr>
          <a:xfrm>
            <a:off x="347472" y="43891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199" name="Shape 199"/>
          <p:cNvSpPr/>
          <p:nvPr/>
        </p:nvSpPr>
        <p:spPr>
          <a:xfrm>
            <a:off x="347472" y="91440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00" name="Shape 200"/>
          <p:cNvSpPr/>
          <p:nvPr/>
        </p:nvSpPr>
        <p:spPr>
          <a:xfrm>
            <a:off x="347472" y="138988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01" name="Shape 201"/>
          <p:cNvSpPr/>
          <p:nvPr/>
        </p:nvSpPr>
        <p:spPr>
          <a:xfrm>
            <a:off x="347472" y="186537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02" name="Shape 202"/>
          <p:cNvSpPr/>
          <p:nvPr/>
        </p:nvSpPr>
        <p:spPr>
          <a:xfrm>
            <a:off x="347472" y="234086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03" name="Shape 203"/>
          <p:cNvSpPr/>
          <p:nvPr/>
        </p:nvSpPr>
        <p:spPr>
          <a:xfrm>
            <a:off x="347472" y="281635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04" name="Shape 204"/>
          <p:cNvSpPr/>
          <p:nvPr/>
        </p:nvSpPr>
        <p:spPr>
          <a:xfrm>
            <a:off x="347472" y="329184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05" name="Shape 205"/>
          <p:cNvSpPr/>
          <p:nvPr/>
        </p:nvSpPr>
        <p:spPr>
          <a:xfrm>
            <a:off x="347472" y="376732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06" name="Shape 206"/>
          <p:cNvSpPr/>
          <p:nvPr/>
        </p:nvSpPr>
        <p:spPr>
          <a:xfrm>
            <a:off x="347472" y="424281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07" name="Shape 207"/>
          <p:cNvSpPr/>
          <p:nvPr/>
        </p:nvSpPr>
        <p:spPr>
          <a:xfrm>
            <a:off x="347472" y="471830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08" name="Shape 208"/>
          <p:cNvSpPr/>
          <p:nvPr/>
        </p:nvSpPr>
        <p:spPr>
          <a:xfrm>
            <a:off x="347472" y="519379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09" name="Shape 209"/>
          <p:cNvSpPr/>
          <p:nvPr/>
        </p:nvSpPr>
        <p:spPr>
          <a:xfrm>
            <a:off x="347472" y="566928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10" name="Shape 210"/>
          <p:cNvSpPr/>
          <p:nvPr/>
        </p:nvSpPr>
        <p:spPr>
          <a:xfrm>
            <a:off x="347472" y="614476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11" name="Shape 211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3970" cap="flat">
            <a:solidFill>
              <a:srgbClr val="7CFFB2">
                <a:alpha val="75000"/>
              </a:srgbClr>
            </a:solidFill>
          </a:ln>
        </p:spPr>
      </p:sp>
      <p:sp>
        <p:nvSpPr>
          <p:cNvPr id="212" name="Text 212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theme03 · theme03_page018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深浅代码风</a:t>
            </a:r>
          </a:p>
        </p:txBody>
      </p:sp>
      <p:sp>
        <p:nvSpPr>
          <p:cNvPr id="214" name="Text 214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216" name="Text 216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217" name="Text 217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8" name="Shape 218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2A4C5F">
                <a:alpha val="100000"/>
              </a:srgbClr>
            </a:solidFill>
          </a:ln>
        </p:spPr>
      </p:sp>
      <p:sp>
        <p:nvSpPr>
          <p:cNvPr id="219" name="Shape 219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2A4C5F">
                <a:alpha val="100000"/>
              </a:srgbClr>
            </a:solidFill>
          </a:ln>
        </p:spPr>
      </p:sp>
      <p:sp>
        <p:nvSpPr>
          <p:cNvPr id="220" name="Shape 220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08131F">
              <a:alpha val="100000"/>
            </a:srgbClr>
          </a:solidFill>
          <a:ln w="10160" cap="flat">
            <a:solidFill>
              <a:srgbClr val="7CFFB2">
                <a:alpha val="100000"/>
              </a:srgbClr>
            </a:solidFill>
          </a:ln>
        </p:spPr>
      </p:sp>
      <p:sp>
        <p:nvSpPr>
          <p:cNvPr id="221" name="Text 221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22" name="Text 222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223" name="Text 223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224" name="Shape 224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08131F">
              <a:alpha val="100000"/>
            </a:srgbClr>
          </a:solidFill>
          <a:ln w="10160" cap="flat">
            <a:solidFill>
              <a:srgbClr val="7CFFB2">
                <a:alpha val="100000"/>
              </a:srgbClr>
            </a:solidFill>
          </a:ln>
        </p:spPr>
      </p:sp>
      <p:sp>
        <p:nvSpPr>
          <p:cNvPr id="225" name="Text 225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6" name="Text 226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227" name="Text 227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228" name="Shape 228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08131F">
              <a:alpha val="100000"/>
            </a:srgbClr>
          </a:solidFill>
          <a:ln w="10160" cap="flat">
            <a:solidFill>
              <a:srgbClr val="7CFFB2">
                <a:alpha val="100000"/>
              </a:srgbClr>
            </a:solidFill>
          </a:ln>
        </p:spPr>
      </p:sp>
      <p:sp>
        <p:nvSpPr>
          <p:cNvPr id="229" name="Text 229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8131F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/>
        </p:nvSpPr>
        <p:spPr>
          <a:xfrm>
            <a:off x="50292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34" name="Shape 234"/>
          <p:cNvSpPr/>
          <p:nvPr/>
        </p:nvSpPr>
        <p:spPr>
          <a:xfrm>
            <a:off x="116128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35" name="Shape 235"/>
          <p:cNvSpPr/>
          <p:nvPr/>
        </p:nvSpPr>
        <p:spPr>
          <a:xfrm>
            <a:off x="181965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36" name="Shape 236"/>
          <p:cNvSpPr/>
          <p:nvPr/>
        </p:nvSpPr>
        <p:spPr>
          <a:xfrm>
            <a:off x="247802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37" name="Shape 237"/>
          <p:cNvSpPr/>
          <p:nvPr/>
        </p:nvSpPr>
        <p:spPr>
          <a:xfrm>
            <a:off x="313639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38" name="Shape 238"/>
          <p:cNvSpPr/>
          <p:nvPr/>
        </p:nvSpPr>
        <p:spPr>
          <a:xfrm>
            <a:off x="379476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39" name="Shape 239"/>
          <p:cNvSpPr/>
          <p:nvPr/>
        </p:nvSpPr>
        <p:spPr>
          <a:xfrm>
            <a:off x="445312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40" name="Shape 240"/>
          <p:cNvSpPr/>
          <p:nvPr/>
        </p:nvSpPr>
        <p:spPr>
          <a:xfrm>
            <a:off x="511149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41" name="Shape 241"/>
          <p:cNvSpPr/>
          <p:nvPr/>
        </p:nvSpPr>
        <p:spPr>
          <a:xfrm>
            <a:off x="576986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42" name="Shape 242"/>
          <p:cNvSpPr/>
          <p:nvPr/>
        </p:nvSpPr>
        <p:spPr>
          <a:xfrm>
            <a:off x="642823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43" name="Shape 243"/>
          <p:cNvSpPr/>
          <p:nvPr/>
        </p:nvSpPr>
        <p:spPr>
          <a:xfrm>
            <a:off x="708660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44" name="Shape 244"/>
          <p:cNvSpPr/>
          <p:nvPr/>
        </p:nvSpPr>
        <p:spPr>
          <a:xfrm>
            <a:off x="774496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45" name="Shape 245"/>
          <p:cNvSpPr/>
          <p:nvPr/>
        </p:nvSpPr>
        <p:spPr>
          <a:xfrm>
            <a:off x="840333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46" name="Shape 246"/>
          <p:cNvSpPr/>
          <p:nvPr/>
        </p:nvSpPr>
        <p:spPr>
          <a:xfrm>
            <a:off x="906170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47" name="Shape 247"/>
          <p:cNvSpPr/>
          <p:nvPr/>
        </p:nvSpPr>
        <p:spPr>
          <a:xfrm>
            <a:off x="972007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48" name="Shape 248"/>
          <p:cNvSpPr/>
          <p:nvPr/>
        </p:nvSpPr>
        <p:spPr>
          <a:xfrm>
            <a:off x="1037844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49" name="Shape 249"/>
          <p:cNvSpPr/>
          <p:nvPr/>
        </p:nvSpPr>
        <p:spPr>
          <a:xfrm>
            <a:off x="1103680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50" name="Shape 250"/>
          <p:cNvSpPr/>
          <p:nvPr/>
        </p:nvSpPr>
        <p:spPr>
          <a:xfrm>
            <a:off x="1169517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51" name="Shape 251"/>
          <p:cNvSpPr/>
          <p:nvPr/>
        </p:nvSpPr>
        <p:spPr>
          <a:xfrm>
            <a:off x="347472" y="43891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52" name="Shape 252"/>
          <p:cNvSpPr/>
          <p:nvPr/>
        </p:nvSpPr>
        <p:spPr>
          <a:xfrm>
            <a:off x="347472" y="91440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53" name="Shape 253"/>
          <p:cNvSpPr/>
          <p:nvPr/>
        </p:nvSpPr>
        <p:spPr>
          <a:xfrm>
            <a:off x="347472" y="138988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54" name="Shape 254"/>
          <p:cNvSpPr/>
          <p:nvPr/>
        </p:nvSpPr>
        <p:spPr>
          <a:xfrm>
            <a:off x="347472" y="186537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55" name="Shape 255"/>
          <p:cNvSpPr/>
          <p:nvPr/>
        </p:nvSpPr>
        <p:spPr>
          <a:xfrm>
            <a:off x="347472" y="234086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56" name="Shape 256"/>
          <p:cNvSpPr/>
          <p:nvPr/>
        </p:nvSpPr>
        <p:spPr>
          <a:xfrm>
            <a:off x="347472" y="281635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57" name="Shape 257"/>
          <p:cNvSpPr/>
          <p:nvPr/>
        </p:nvSpPr>
        <p:spPr>
          <a:xfrm>
            <a:off x="347472" y="329184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58" name="Shape 258"/>
          <p:cNvSpPr/>
          <p:nvPr/>
        </p:nvSpPr>
        <p:spPr>
          <a:xfrm>
            <a:off x="347472" y="376732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59" name="Shape 259"/>
          <p:cNvSpPr/>
          <p:nvPr/>
        </p:nvSpPr>
        <p:spPr>
          <a:xfrm>
            <a:off x="347472" y="424281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60" name="Shape 260"/>
          <p:cNvSpPr/>
          <p:nvPr/>
        </p:nvSpPr>
        <p:spPr>
          <a:xfrm>
            <a:off x="347472" y="471830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61" name="Shape 261"/>
          <p:cNvSpPr/>
          <p:nvPr/>
        </p:nvSpPr>
        <p:spPr>
          <a:xfrm>
            <a:off x="347472" y="519379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62" name="Shape 262"/>
          <p:cNvSpPr/>
          <p:nvPr/>
        </p:nvSpPr>
        <p:spPr>
          <a:xfrm>
            <a:off x="347472" y="566928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63" name="Shape 263"/>
          <p:cNvSpPr/>
          <p:nvPr/>
        </p:nvSpPr>
        <p:spPr>
          <a:xfrm>
            <a:off x="347472" y="614476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264" name="Shape 264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3970" cap="flat">
            <a:solidFill>
              <a:srgbClr val="7CFFB2">
                <a:alpha val="75000"/>
              </a:srgbClr>
            </a:solidFill>
          </a:ln>
        </p:spPr>
      </p:sp>
      <p:sp>
        <p:nvSpPr>
          <p:cNvPr id="265" name="Text 26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theme03 · theme03_page076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深浅代码风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270" name="Text 270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1" name="Shape 271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2A4C5F">
                <a:alpha val="100000"/>
              </a:srgbClr>
            </a:solidFill>
          </a:ln>
        </p:spPr>
      </p:sp>
      <p:sp>
        <p:nvSpPr>
          <p:cNvPr id="272" name="Shape 272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273" name="Shape 273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123040">
              <a:alpha val="100000"/>
            </a:srgbClr>
          </a:solidFill>
          <a:ln w="10160" cap="flat">
            <a:solidFill>
              <a:srgbClr val="7CFFB2">
                <a:alpha val="100000"/>
              </a:srgbClr>
            </a:solidFill>
          </a:ln>
        </p:spPr>
      </p:sp>
      <p:sp>
        <p:nvSpPr>
          <p:cNvPr id="274" name="Text 274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275" name="Text 275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7CFFB2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7CFFB2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276" name="Shape 276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8EADBE">
              <a:alpha val="100000"/>
            </a:srgbClr>
          </a:solidFill>
          <a:ln w="10160" cap="flat">
            <a:solidFill>
              <a:srgbClr val="8EADBE">
                <a:alpha val="100000"/>
              </a:srgbClr>
            </a:solidFill>
          </a:ln>
        </p:spPr>
      </p:sp>
      <p:sp>
        <p:nvSpPr>
          <p:cNvPr id="277" name="Text 277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278" name="Text 278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279" name="Shape 279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8EADBE">
              <a:alpha val="100000"/>
            </a:srgbClr>
          </a:solidFill>
          <a:ln w="10160" cap="flat">
            <a:solidFill>
              <a:srgbClr val="8EADBE">
                <a:alpha val="100000"/>
              </a:srgbClr>
            </a:solidFill>
          </a:ln>
        </p:spPr>
      </p:sp>
      <p:sp>
        <p:nvSpPr>
          <p:cNvPr id="280" name="Text 280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281" name="Text 281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282" name="Shape 282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7CFFB2">
              <a:alpha val="100000"/>
            </a:srgbClr>
          </a:solidFill>
          <a:ln w="10160" cap="flat">
            <a:solidFill>
              <a:srgbClr val="7CFFB2">
                <a:alpha val="100000"/>
              </a:srgbClr>
            </a:solidFill>
          </a:ln>
        </p:spPr>
      </p:sp>
      <p:sp>
        <p:nvSpPr>
          <p:cNvPr id="283" name="Text 283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284" name="Text 284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285" name="Shape 285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7CFFB2">
              <a:alpha val="100000"/>
            </a:srgbClr>
          </a:solidFill>
          <a:ln w="10160" cap="flat">
            <a:solidFill>
              <a:srgbClr val="7CFFB2">
                <a:alpha val="100000"/>
              </a:srgbClr>
            </a:solidFill>
          </a:ln>
        </p:spPr>
      </p:sp>
      <p:sp>
        <p:nvSpPr>
          <p:cNvPr id="286" name="Text 286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287" name="Text 287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88" name="Text 288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8131F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/>
          <p:nvPr/>
        </p:nvSpPr>
        <p:spPr>
          <a:xfrm>
            <a:off x="50292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90" name="Shape 290"/>
          <p:cNvSpPr/>
          <p:nvPr/>
        </p:nvSpPr>
        <p:spPr>
          <a:xfrm>
            <a:off x="116128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91" name="Shape 291"/>
          <p:cNvSpPr/>
          <p:nvPr/>
        </p:nvSpPr>
        <p:spPr>
          <a:xfrm>
            <a:off x="181965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92" name="Shape 292"/>
          <p:cNvSpPr/>
          <p:nvPr/>
        </p:nvSpPr>
        <p:spPr>
          <a:xfrm>
            <a:off x="247802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93" name="Shape 293"/>
          <p:cNvSpPr/>
          <p:nvPr/>
        </p:nvSpPr>
        <p:spPr>
          <a:xfrm>
            <a:off x="313639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94" name="Shape 294"/>
          <p:cNvSpPr/>
          <p:nvPr/>
        </p:nvSpPr>
        <p:spPr>
          <a:xfrm>
            <a:off x="379476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95" name="Shape 295"/>
          <p:cNvSpPr/>
          <p:nvPr/>
        </p:nvSpPr>
        <p:spPr>
          <a:xfrm>
            <a:off x="445312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96" name="Shape 296"/>
          <p:cNvSpPr/>
          <p:nvPr/>
        </p:nvSpPr>
        <p:spPr>
          <a:xfrm>
            <a:off x="511149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97" name="Shape 297"/>
          <p:cNvSpPr/>
          <p:nvPr/>
        </p:nvSpPr>
        <p:spPr>
          <a:xfrm>
            <a:off x="576986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98" name="Shape 298"/>
          <p:cNvSpPr/>
          <p:nvPr/>
        </p:nvSpPr>
        <p:spPr>
          <a:xfrm>
            <a:off x="642823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299" name="Shape 299"/>
          <p:cNvSpPr/>
          <p:nvPr/>
        </p:nvSpPr>
        <p:spPr>
          <a:xfrm>
            <a:off x="708660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00" name="Shape 300"/>
          <p:cNvSpPr/>
          <p:nvPr/>
        </p:nvSpPr>
        <p:spPr>
          <a:xfrm>
            <a:off x="774496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01" name="Shape 301"/>
          <p:cNvSpPr/>
          <p:nvPr/>
        </p:nvSpPr>
        <p:spPr>
          <a:xfrm>
            <a:off x="840333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02" name="Shape 302"/>
          <p:cNvSpPr/>
          <p:nvPr/>
        </p:nvSpPr>
        <p:spPr>
          <a:xfrm>
            <a:off x="906170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03" name="Shape 303"/>
          <p:cNvSpPr/>
          <p:nvPr/>
        </p:nvSpPr>
        <p:spPr>
          <a:xfrm>
            <a:off x="972007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04" name="Shape 304"/>
          <p:cNvSpPr/>
          <p:nvPr/>
        </p:nvSpPr>
        <p:spPr>
          <a:xfrm>
            <a:off x="1037844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05" name="Shape 305"/>
          <p:cNvSpPr/>
          <p:nvPr/>
        </p:nvSpPr>
        <p:spPr>
          <a:xfrm>
            <a:off x="1103680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06" name="Shape 306"/>
          <p:cNvSpPr/>
          <p:nvPr/>
        </p:nvSpPr>
        <p:spPr>
          <a:xfrm>
            <a:off x="1169517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07" name="Shape 307"/>
          <p:cNvSpPr/>
          <p:nvPr/>
        </p:nvSpPr>
        <p:spPr>
          <a:xfrm>
            <a:off x="347472" y="43891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08" name="Shape 308"/>
          <p:cNvSpPr/>
          <p:nvPr/>
        </p:nvSpPr>
        <p:spPr>
          <a:xfrm>
            <a:off x="347472" y="91440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09" name="Shape 309"/>
          <p:cNvSpPr/>
          <p:nvPr/>
        </p:nvSpPr>
        <p:spPr>
          <a:xfrm>
            <a:off x="347472" y="138988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10" name="Shape 310"/>
          <p:cNvSpPr/>
          <p:nvPr/>
        </p:nvSpPr>
        <p:spPr>
          <a:xfrm>
            <a:off x="347472" y="186537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11" name="Shape 311"/>
          <p:cNvSpPr/>
          <p:nvPr/>
        </p:nvSpPr>
        <p:spPr>
          <a:xfrm>
            <a:off x="347472" y="234086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12" name="Shape 312"/>
          <p:cNvSpPr/>
          <p:nvPr/>
        </p:nvSpPr>
        <p:spPr>
          <a:xfrm>
            <a:off x="347472" y="281635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13" name="Shape 313"/>
          <p:cNvSpPr/>
          <p:nvPr/>
        </p:nvSpPr>
        <p:spPr>
          <a:xfrm>
            <a:off x="347472" y="329184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14" name="Shape 314"/>
          <p:cNvSpPr/>
          <p:nvPr/>
        </p:nvSpPr>
        <p:spPr>
          <a:xfrm>
            <a:off x="347472" y="376732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15" name="Shape 315"/>
          <p:cNvSpPr/>
          <p:nvPr/>
        </p:nvSpPr>
        <p:spPr>
          <a:xfrm>
            <a:off x="347472" y="424281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16" name="Shape 316"/>
          <p:cNvSpPr/>
          <p:nvPr/>
        </p:nvSpPr>
        <p:spPr>
          <a:xfrm>
            <a:off x="347472" y="471830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17" name="Shape 317"/>
          <p:cNvSpPr/>
          <p:nvPr/>
        </p:nvSpPr>
        <p:spPr>
          <a:xfrm>
            <a:off x="347472" y="519379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18" name="Shape 318"/>
          <p:cNvSpPr/>
          <p:nvPr/>
        </p:nvSpPr>
        <p:spPr>
          <a:xfrm>
            <a:off x="347472" y="566928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19" name="Shape 319"/>
          <p:cNvSpPr/>
          <p:nvPr/>
        </p:nvSpPr>
        <p:spPr>
          <a:xfrm>
            <a:off x="347472" y="614476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20" name="Shape 320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3970" cap="flat">
            <a:solidFill>
              <a:srgbClr val="7CFFB2">
                <a:alpha val="75000"/>
              </a:srgbClr>
            </a:solidFill>
          </a:ln>
        </p:spPr>
      </p:sp>
      <p:sp>
        <p:nvSpPr>
          <p:cNvPr id="321" name="Text 32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theme03 · theme03_page040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深浅代码风</a:t>
            </a:r>
          </a:p>
        </p:txBody>
      </p:sp>
      <p:sp>
        <p:nvSpPr>
          <p:cNvPr id="323" name="Text 323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324" name="Text 324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27" name="Shape 327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2A4C5F">
                <a:alpha val="100000"/>
              </a:srgbClr>
            </a:solidFill>
          </a:ln>
        </p:spPr>
      </p:sp>
      <p:sp>
        <p:nvSpPr>
          <p:cNvPr id="328" name="Text 328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329" name="Shape 329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2A4C5F">
                <a:alpha val="100000"/>
              </a:srgbClr>
            </a:solidFill>
          </a:ln>
        </p:spPr>
      </p:sp>
      <p:sp>
        <p:nvSpPr>
          <p:cNvPr id="330" name="Shape 330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2A4C5F">
                <a:alpha val="100000"/>
              </a:srgbClr>
            </a:solidFill>
          </a:ln>
        </p:spPr>
      </p:sp>
      <p:sp>
        <p:nvSpPr>
          <p:cNvPr id="331" name="Shape 331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2A4C5F">
                <a:alpha val="55000"/>
              </a:srgbClr>
            </a:solidFill>
          </a:ln>
        </p:spPr>
      </p:sp>
      <p:sp>
        <p:nvSpPr>
          <p:cNvPr id="332" name="Text 332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33" name="Shape 333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2A4C5F">
                <a:alpha val="55000"/>
              </a:srgbClr>
            </a:solidFill>
          </a:ln>
        </p:spPr>
      </p:sp>
      <p:sp>
        <p:nvSpPr>
          <p:cNvPr id="334" name="Text 334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35" name="Shape 335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2A4C5F">
                <a:alpha val="55000"/>
              </a:srgbClr>
            </a:solidFill>
          </a:ln>
        </p:spPr>
      </p:sp>
      <p:sp>
        <p:nvSpPr>
          <p:cNvPr id="336" name="Text 336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337" name="Shape 337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2A4C5F">
                <a:alpha val="55000"/>
              </a:srgbClr>
            </a:solidFill>
          </a:ln>
        </p:spPr>
      </p:sp>
      <p:sp>
        <p:nvSpPr>
          <p:cNvPr id="338" name="Text 338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339" name="Shape 339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2A4C5F">
                <a:alpha val="55000"/>
              </a:srgbClr>
            </a:solidFill>
          </a:ln>
        </p:spPr>
      </p:sp>
      <p:sp>
        <p:nvSpPr>
          <p:cNvPr id="340" name="Text 340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341" name="Shape 341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7CFFB2">
              <a:alpha val="100000"/>
            </a:srgbClr>
          </a:solidFill>
          <a:ln w="10160" cap="flat">
            <a:solidFill>
              <a:srgbClr val="7CFFB2">
                <a:alpha val="100000"/>
              </a:srgbClr>
            </a:solidFill>
          </a:ln>
        </p:spPr>
      </p:sp>
      <p:sp>
        <p:nvSpPr>
          <p:cNvPr id="342" name="Text 342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343" name="Text 343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344" name="Shape 344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7CFFB2">
                <a:alpha val="100000"/>
              </a:srgbClr>
            </a:solidFill>
          </a:ln>
        </p:spPr>
      </p:sp>
      <p:sp>
        <p:nvSpPr>
          <p:cNvPr id="345" name="Shape 345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7CFFB2">
              <a:alpha val="100000"/>
            </a:srgbClr>
          </a:solidFill>
          <a:ln w="10160" cap="flat">
            <a:solidFill>
              <a:srgbClr val="7CFFB2">
                <a:alpha val="100000"/>
              </a:srgbClr>
            </a:solidFill>
          </a:ln>
        </p:spPr>
      </p:sp>
      <p:sp>
        <p:nvSpPr>
          <p:cNvPr id="346" name="Text 346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47" name="Text 347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348" name="Shape 348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7CFFB2">
                <a:alpha val="100000"/>
              </a:srgbClr>
            </a:solidFill>
          </a:ln>
        </p:spPr>
      </p:sp>
      <p:sp>
        <p:nvSpPr>
          <p:cNvPr id="349" name="Shape 349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7CFFB2">
              <a:alpha val="100000"/>
            </a:srgbClr>
          </a:solidFill>
          <a:ln w="10160" cap="flat">
            <a:solidFill>
              <a:srgbClr val="7CFFB2">
                <a:alpha val="100000"/>
              </a:srgbClr>
            </a:solidFill>
          </a:ln>
        </p:spPr>
      </p:sp>
      <p:sp>
        <p:nvSpPr>
          <p:cNvPr id="350" name="Text 350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351" name="Text 351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352" name="Shape 352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7CFFB2">
                <a:alpha val="100000"/>
              </a:srgbClr>
            </a:solidFill>
          </a:ln>
        </p:spPr>
      </p:sp>
      <p:sp>
        <p:nvSpPr>
          <p:cNvPr id="353" name="Shape 353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7CFFB2">
              <a:alpha val="100000"/>
            </a:srgbClr>
          </a:solidFill>
          <a:ln w="10160" cap="flat">
            <a:solidFill>
              <a:srgbClr val="7CFFB2">
                <a:alpha val="100000"/>
              </a:srgbClr>
            </a:solidFill>
          </a:ln>
        </p:spPr>
      </p:sp>
      <p:sp>
        <p:nvSpPr>
          <p:cNvPr id="354" name="Text 354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55" name="Text 355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356" name="Shape 356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357" name="Text 357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EAF7FF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358" name="Text 358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8131F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359"/>
          <p:cNvSpPr/>
          <p:nvPr/>
        </p:nvSpPr>
        <p:spPr>
          <a:xfrm>
            <a:off x="50292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60" name="Shape 360"/>
          <p:cNvSpPr/>
          <p:nvPr/>
        </p:nvSpPr>
        <p:spPr>
          <a:xfrm>
            <a:off x="116128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61" name="Shape 361"/>
          <p:cNvSpPr/>
          <p:nvPr/>
        </p:nvSpPr>
        <p:spPr>
          <a:xfrm>
            <a:off x="181965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62" name="Shape 362"/>
          <p:cNvSpPr/>
          <p:nvPr/>
        </p:nvSpPr>
        <p:spPr>
          <a:xfrm>
            <a:off x="247802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63" name="Shape 363"/>
          <p:cNvSpPr/>
          <p:nvPr/>
        </p:nvSpPr>
        <p:spPr>
          <a:xfrm>
            <a:off x="313639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64" name="Shape 364"/>
          <p:cNvSpPr/>
          <p:nvPr/>
        </p:nvSpPr>
        <p:spPr>
          <a:xfrm>
            <a:off x="379476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65" name="Shape 365"/>
          <p:cNvSpPr/>
          <p:nvPr/>
        </p:nvSpPr>
        <p:spPr>
          <a:xfrm>
            <a:off x="445312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66" name="Shape 366"/>
          <p:cNvSpPr/>
          <p:nvPr/>
        </p:nvSpPr>
        <p:spPr>
          <a:xfrm>
            <a:off x="511149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67" name="Shape 367"/>
          <p:cNvSpPr/>
          <p:nvPr/>
        </p:nvSpPr>
        <p:spPr>
          <a:xfrm>
            <a:off x="576986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68" name="Shape 368"/>
          <p:cNvSpPr/>
          <p:nvPr/>
        </p:nvSpPr>
        <p:spPr>
          <a:xfrm>
            <a:off x="642823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69" name="Shape 369"/>
          <p:cNvSpPr/>
          <p:nvPr/>
        </p:nvSpPr>
        <p:spPr>
          <a:xfrm>
            <a:off x="708660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70" name="Shape 370"/>
          <p:cNvSpPr/>
          <p:nvPr/>
        </p:nvSpPr>
        <p:spPr>
          <a:xfrm>
            <a:off x="774496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71" name="Shape 371"/>
          <p:cNvSpPr/>
          <p:nvPr/>
        </p:nvSpPr>
        <p:spPr>
          <a:xfrm>
            <a:off x="840333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72" name="Shape 372"/>
          <p:cNvSpPr/>
          <p:nvPr/>
        </p:nvSpPr>
        <p:spPr>
          <a:xfrm>
            <a:off x="906170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73" name="Shape 373"/>
          <p:cNvSpPr/>
          <p:nvPr/>
        </p:nvSpPr>
        <p:spPr>
          <a:xfrm>
            <a:off x="972007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74" name="Shape 374"/>
          <p:cNvSpPr/>
          <p:nvPr/>
        </p:nvSpPr>
        <p:spPr>
          <a:xfrm>
            <a:off x="1037844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75" name="Shape 375"/>
          <p:cNvSpPr/>
          <p:nvPr/>
        </p:nvSpPr>
        <p:spPr>
          <a:xfrm>
            <a:off x="1103680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76" name="Shape 376"/>
          <p:cNvSpPr/>
          <p:nvPr/>
        </p:nvSpPr>
        <p:spPr>
          <a:xfrm>
            <a:off x="1169517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377" name="Shape 377"/>
          <p:cNvSpPr/>
          <p:nvPr/>
        </p:nvSpPr>
        <p:spPr>
          <a:xfrm>
            <a:off x="347472" y="43891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78" name="Shape 378"/>
          <p:cNvSpPr/>
          <p:nvPr/>
        </p:nvSpPr>
        <p:spPr>
          <a:xfrm>
            <a:off x="347472" y="91440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79" name="Shape 379"/>
          <p:cNvSpPr/>
          <p:nvPr/>
        </p:nvSpPr>
        <p:spPr>
          <a:xfrm>
            <a:off x="347472" y="138988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80" name="Shape 380"/>
          <p:cNvSpPr/>
          <p:nvPr/>
        </p:nvSpPr>
        <p:spPr>
          <a:xfrm>
            <a:off x="347472" y="186537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81" name="Shape 381"/>
          <p:cNvSpPr/>
          <p:nvPr/>
        </p:nvSpPr>
        <p:spPr>
          <a:xfrm>
            <a:off x="347472" y="234086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82" name="Shape 382"/>
          <p:cNvSpPr/>
          <p:nvPr/>
        </p:nvSpPr>
        <p:spPr>
          <a:xfrm>
            <a:off x="347472" y="281635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83" name="Shape 383"/>
          <p:cNvSpPr/>
          <p:nvPr/>
        </p:nvSpPr>
        <p:spPr>
          <a:xfrm>
            <a:off x="347472" y="329184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84" name="Shape 384"/>
          <p:cNvSpPr/>
          <p:nvPr/>
        </p:nvSpPr>
        <p:spPr>
          <a:xfrm>
            <a:off x="347472" y="376732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85" name="Shape 385"/>
          <p:cNvSpPr/>
          <p:nvPr/>
        </p:nvSpPr>
        <p:spPr>
          <a:xfrm>
            <a:off x="347472" y="424281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86" name="Shape 386"/>
          <p:cNvSpPr/>
          <p:nvPr/>
        </p:nvSpPr>
        <p:spPr>
          <a:xfrm>
            <a:off x="347472" y="471830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87" name="Shape 387"/>
          <p:cNvSpPr/>
          <p:nvPr/>
        </p:nvSpPr>
        <p:spPr>
          <a:xfrm>
            <a:off x="347472" y="519379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88" name="Shape 388"/>
          <p:cNvSpPr/>
          <p:nvPr/>
        </p:nvSpPr>
        <p:spPr>
          <a:xfrm>
            <a:off x="347472" y="566928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89" name="Shape 389"/>
          <p:cNvSpPr/>
          <p:nvPr/>
        </p:nvSpPr>
        <p:spPr>
          <a:xfrm>
            <a:off x="347472" y="614476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390" name="Shape 390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3970" cap="flat">
            <a:solidFill>
              <a:srgbClr val="7CFFB2">
                <a:alpha val="75000"/>
              </a:srgbClr>
            </a:solidFill>
          </a:ln>
        </p:spPr>
      </p:sp>
      <p:sp>
        <p:nvSpPr>
          <p:cNvPr id="391" name="Text 39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theme03 · theme03_page075</a:t>
            </a:r>
          </a:p>
        </p:txBody>
      </p:sp>
      <p:sp>
        <p:nvSpPr>
          <p:cNvPr id="392" name="Text 39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深浅代码风</a:t>
            </a:r>
          </a:p>
        </p:txBody>
      </p:sp>
      <p:sp>
        <p:nvSpPr>
          <p:cNvPr id="393" name="Text 393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394" name="Text 394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395" name="Text 395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396" name="Text 396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97" name="Shape 397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2A4C5F">
                <a:alpha val="100000"/>
              </a:srgbClr>
            </a:solidFill>
          </a:ln>
        </p:spPr>
      </p:sp>
      <p:sp>
        <p:nvSpPr>
          <p:cNvPr id="398" name="Shape 398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399" name="Text 399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0A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0A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00" name="Text 400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EAF7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EAF7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401" name="Text 401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402" name="Shape 402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403" name="Text 403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EC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EC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04" name="Text 404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EAF7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EAF7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405" name="Text 405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406" name="Shape 406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407" name="Text 407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08" name="Text 408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EAF7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EAF7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409" name="Text 409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410" name="Text 410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8131F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11"/>
          <p:cNvSpPr/>
          <p:nvPr/>
        </p:nvSpPr>
        <p:spPr>
          <a:xfrm>
            <a:off x="50292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12" name="Shape 412"/>
          <p:cNvSpPr/>
          <p:nvPr/>
        </p:nvSpPr>
        <p:spPr>
          <a:xfrm>
            <a:off x="116128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13" name="Shape 413"/>
          <p:cNvSpPr/>
          <p:nvPr/>
        </p:nvSpPr>
        <p:spPr>
          <a:xfrm>
            <a:off x="181965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14" name="Shape 414"/>
          <p:cNvSpPr/>
          <p:nvPr/>
        </p:nvSpPr>
        <p:spPr>
          <a:xfrm>
            <a:off x="247802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15" name="Shape 415"/>
          <p:cNvSpPr/>
          <p:nvPr/>
        </p:nvSpPr>
        <p:spPr>
          <a:xfrm>
            <a:off x="313639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16" name="Shape 416"/>
          <p:cNvSpPr/>
          <p:nvPr/>
        </p:nvSpPr>
        <p:spPr>
          <a:xfrm>
            <a:off x="379476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17" name="Shape 417"/>
          <p:cNvSpPr/>
          <p:nvPr/>
        </p:nvSpPr>
        <p:spPr>
          <a:xfrm>
            <a:off x="445312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18" name="Shape 418"/>
          <p:cNvSpPr/>
          <p:nvPr/>
        </p:nvSpPr>
        <p:spPr>
          <a:xfrm>
            <a:off x="511149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19" name="Shape 419"/>
          <p:cNvSpPr/>
          <p:nvPr/>
        </p:nvSpPr>
        <p:spPr>
          <a:xfrm>
            <a:off x="576986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20" name="Shape 420"/>
          <p:cNvSpPr/>
          <p:nvPr/>
        </p:nvSpPr>
        <p:spPr>
          <a:xfrm>
            <a:off x="642823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21" name="Shape 421"/>
          <p:cNvSpPr/>
          <p:nvPr/>
        </p:nvSpPr>
        <p:spPr>
          <a:xfrm>
            <a:off x="708660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22" name="Shape 422"/>
          <p:cNvSpPr/>
          <p:nvPr/>
        </p:nvSpPr>
        <p:spPr>
          <a:xfrm>
            <a:off x="774496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23" name="Shape 423"/>
          <p:cNvSpPr/>
          <p:nvPr/>
        </p:nvSpPr>
        <p:spPr>
          <a:xfrm>
            <a:off x="840333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24" name="Shape 424"/>
          <p:cNvSpPr/>
          <p:nvPr/>
        </p:nvSpPr>
        <p:spPr>
          <a:xfrm>
            <a:off x="9061704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25" name="Shape 425"/>
          <p:cNvSpPr/>
          <p:nvPr/>
        </p:nvSpPr>
        <p:spPr>
          <a:xfrm>
            <a:off x="9720072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26" name="Shape 426"/>
          <p:cNvSpPr/>
          <p:nvPr/>
        </p:nvSpPr>
        <p:spPr>
          <a:xfrm>
            <a:off x="10378440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27" name="Shape 427"/>
          <p:cNvSpPr/>
          <p:nvPr/>
        </p:nvSpPr>
        <p:spPr>
          <a:xfrm>
            <a:off x="11036808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28" name="Shape 428"/>
          <p:cNvSpPr/>
          <p:nvPr/>
        </p:nvSpPr>
        <p:spPr>
          <a:xfrm>
            <a:off x="11695176" y="109728"/>
            <a:ext cx="1" cy="6245352"/>
          </a:xfrm>
          <a:prstGeom prst="line">
            <a:avLst/>
          </a:prstGeom>
          <a:noFill/>
          <a:ln w="4445" cap="flat">
            <a:solidFill>
              <a:srgbClr val="2A4C5F">
                <a:alpha val="30000"/>
              </a:srgbClr>
            </a:solidFill>
          </a:ln>
        </p:spPr>
      </p:sp>
      <p:sp>
        <p:nvSpPr>
          <p:cNvPr id="429" name="Shape 429"/>
          <p:cNvSpPr/>
          <p:nvPr/>
        </p:nvSpPr>
        <p:spPr>
          <a:xfrm>
            <a:off x="347472" y="43891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30" name="Shape 430"/>
          <p:cNvSpPr/>
          <p:nvPr/>
        </p:nvSpPr>
        <p:spPr>
          <a:xfrm>
            <a:off x="347472" y="91440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31" name="Shape 431"/>
          <p:cNvSpPr/>
          <p:nvPr/>
        </p:nvSpPr>
        <p:spPr>
          <a:xfrm>
            <a:off x="347472" y="138988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32" name="Shape 432"/>
          <p:cNvSpPr/>
          <p:nvPr/>
        </p:nvSpPr>
        <p:spPr>
          <a:xfrm>
            <a:off x="347472" y="186537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33" name="Shape 433"/>
          <p:cNvSpPr/>
          <p:nvPr/>
        </p:nvSpPr>
        <p:spPr>
          <a:xfrm>
            <a:off x="347472" y="234086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34" name="Shape 434"/>
          <p:cNvSpPr/>
          <p:nvPr/>
        </p:nvSpPr>
        <p:spPr>
          <a:xfrm>
            <a:off x="347472" y="281635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35" name="Shape 435"/>
          <p:cNvSpPr/>
          <p:nvPr/>
        </p:nvSpPr>
        <p:spPr>
          <a:xfrm>
            <a:off x="347472" y="329184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36" name="Shape 436"/>
          <p:cNvSpPr/>
          <p:nvPr/>
        </p:nvSpPr>
        <p:spPr>
          <a:xfrm>
            <a:off x="347472" y="376732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37" name="Shape 437"/>
          <p:cNvSpPr/>
          <p:nvPr/>
        </p:nvSpPr>
        <p:spPr>
          <a:xfrm>
            <a:off x="347472" y="4242816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38" name="Shape 438"/>
          <p:cNvSpPr/>
          <p:nvPr/>
        </p:nvSpPr>
        <p:spPr>
          <a:xfrm>
            <a:off x="347472" y="4718304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39" name="Shape 439"/>
          <p:cNvSpPr/>
          <p:nvPr/>
        </p:nvSpPr>
        <p:spPr>
          <a:xfrm>
            <a:off x="347472" y="5193792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40" name="Shape 440"/>
          <p:cNvSpPr/>
          <p:nvPr/>
        </p:nvSpPr>
        <p:spPr>
          <a:xfrm>
            <a:off x="347472" y="5669280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41" name="Shape 441"/>
          <p:cNvSpPr/>
          <p:nvPr/>
        </p:nvSpPr>
        <p:spPr>
          <a:xfrm>
            <a:off x="347472" y="6144768"/>
            <a:ext cx="11612880" cy="1"/>
          </a:xfrm>
          <a:prstGeom prst="line">
            <a:avLst/>
          </a:prstGeom>
          <a:noFill/>
          <a:ln w="4445" cap="flat">
            <a:solidFill>
              <a:srgbClr val="2A4C5F">
                <a:alpha val="28000"/>
              </a:srgbClr>
            </a:solidFill>
          </a:ln>
        </p:spPr>
      </p:sp>
      <p:sp>
        <p:nvSpPr>
          <p:cNvPr id="442" name="Shape 442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3970" cap="flat">
            <a:solidFill>
              <a:srgbClr val="7CFFB2">
                <a:alpha val="75000"/>
              </a:srgbClr>
            </a:solidFill>
          </a:ln>
        </p:spPr>
      </p:sp>
      <p:sp>
        <p:nvSpPr>
          <p:cNvPr id="443" name="Text 443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theme03 · theme03_page020</a:t>
            </a:r>
          </a:p>
        </p:txBody>
      </p:sp>
      <p:sp>
        <p:nvSpPr>
          <p:cNvPr id="444" name="Text 444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深浅代码风</a:t>
            </a:r>
          </a:p>
        </p:txBody>
      </p:sp>
      <p:sp>
        <p:nvSpPr>
          <p:cNvPr id="445" name="Text 445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446" name="Text 446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EAF7FF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447" name="Text 447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448" name="Shape 448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101F30">
              <a:alpha val="100000"/>
            </a:srgbClr>
          </a:solidFill>
          <a:ln w="10160" cap="flat">
            <a:solidFill>
              <a:srgbClr val="2A4C5F">
                <a:alpha val="100000"/>
              </a:srgbClr>
            </a:solidFill>
          </a:ln>
        </p:spPr>
      </p:sp>
      <p:sp>
        <p:nvSpPr>
          <p:cNvPr id="449" name="Text 449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7EC8FF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7EC8FF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450" name="Text 450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8EADB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451" name="Text 451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7CFFB2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452" name="Text 452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C0A8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C0A8F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8EADBE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主题示例｜theme03</dc:title>
  <dc:subject>展示 theme03 主题下的 Dashi PPT 内容组织、版式选择与可编辑交付</dc:subject>
  <dc:creator>Dashi PPT</dc:creator>
  <cp:lastModifiedBy>Dashi PPT</cp:lastModifiedBy>
  <dcterms:created xsi:type="dcterms:W3CDTF">2026-08-27T12:10:54.577Z</dcterms:created>
  <dcterms:modified xsi:type="dcterms:W3CDTF">2026-08-27T12:10:54.577Z</dcterms:modified>
</cp:coreProperties>
</file>