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EF0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theme01_page002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THEME01  /  轻拟态风  /  ANTIGRAVITY EDITION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2" name="Shape 12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6" name="Shape 16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7A5AE0">
                <a:alpha val="100000"/>
              </a:srgbClr>
            </a:solidFill>
            <a:tailEnd type="triangle" w="sm" len="sm"/>
          </a:ln>
        </p:spPr>
      </p:sp>
      <p:sp>
        <p:nvSpPr>
          <p:cNvPr id="17" name="Shape 17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1" name="Shape 21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46B083">
                <a:alpha val="100000"/>
              </a:srgbClr>
            </a:solidFill>
            <a:tailEnd type="triangle" w="sm" len="sm"/>
          </a:ln>
        </p:spPr>
      </p:sp>
      <p:sp>
        <p:nvSpPr>
          <p:cNvPr id="22" name="Shape 22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34" name="Shape 34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35" name="Shape 3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theme01_page024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Shape 4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48" name="Shape 48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7A5AE0">
                <a:alpha val="100000"/>
              </a:srgbClr>
            </a:solidFill>
          </a:ln>
        </p:spPr>
      </p:sp>
      <p:sp>
        <p:nvSpPr>
          <p:cNvPr id="49" name="Shape 49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4" name="Shape 54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46B083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0" name="Shape 60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5B8DEF">
                <a:alpha val="100000"/>
              </a:srgbClr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63" name="Shape 63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64" name="Shape 6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theme01_page056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1" name="Shape 7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E7EC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5B8DE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5B8DE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77" name="Shape 77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2" name="Shape 82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87" name="Shape 87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94" name="Shape 94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95" name="Shape 9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theme01_page083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2" name="Shape 10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04" name="Shape 104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EEF0F5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08" name="Shape 108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EEF0F5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12" name="Shape 112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EEF0F5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118" name="Shape 118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119" name="Shape 11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theme01_page009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6" name="Shape 12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E7ECF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5B8DE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5B8DE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31" name="Shape 13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7B7F8C">
              <a:alpha val="100000"/>
            </a:srgbClr>
          </a:solidFill>
          <a:ln w="10160" cap="flat">
            <a:solidFill>
              <a:srgbClr val="7B7F8C">
                <a:alpha val="100000"/>
              </a:srgbClr>
            </a:solidFill>
          </a:ln>
        </p:spPr>
      </p:sp>
      <p:sp>
        <p:nvSpPr>
          <p:cNvPr id="132" name="Text 13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34" name="Shape 13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7B7F8C">
              <a:alpha val="100000"/>
            </a:srgbClr>
          </a:solidFill>
          <a:ln w="10160" cap="flat">
            <a:solidFill>
              <a:srgbClr val="7B7F8C">
                <a:alpha val="100000"/>
              </a:srgbClr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37" name="Shape 13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38" name="Text 13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40" name="Shape 14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145" name="Shape 145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146" name="Shape 146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theme01_page007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55" name="Shape 155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D7DCE8">
                <a:alpha val="55000"/>
              </a:srgbClr>
            </a:solidFill>
          </a:ln>
        </p:spPr>
      </p:sp>
      <p:sp>
        <p:nvSpPr>
          <p:cNvPr id="158" name="Text 158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9" name="Shape 159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D7DCE8">
                <a:alpha val="55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1" name="Shape 161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D7DCE8">
                <a:alpha val="55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3" name="Shape 163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D7DCE8">
                <a:alpha val="55000"/>
              </a:srgbClr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65" name="Shape 165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D7DCE8">
                <a:alpha val="55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67" name="Shape 167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70" name="Shape 170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71" name="Shape 171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74" name="Shape 174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78" name="Shape 178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5B8DEF">
              <a:alpha val="100000"/>
            </a:srgbClr>
          </a:solidFill>
          <a:ln w="10160" cap="flat">
            <a:solidFill>
              <a:srgbClr val="5B8DEF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82" name="Shape 182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2B2B30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186" name="Shape 186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187" name="Shape 187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theme01_page057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4" name="Shape 19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199" name="Shape 199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6B083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03" name="Shape 203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2B2B3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EEF0F5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9646920" y="-438912"/>
            <a:ext cx="2926080" cy="1965960"/>
          </a:xfrm>
          <a:prstGeom prst="ellipse">
            <a:avLst/>
          </a:prstGeom>
          <a:solidFill>
            <a:srgbClr val="7A5AE0">
              <a:alpha val="22000"/>
            </a:srgbClr>
          </a:solidFill>
          <a:ln w="0">
            <a:noFill/>
          </a:ln>
        </p:spPr>
      </p:sp>
      <p:sp>
        <p:nvSpPr>
          <p:cNvPr id="209" name="Shape 209"/>
          <p:cNvSpPr/>
          <p:nvPr/>
        </p:nvSpPr>
        <p:spPr>
          <a:xfrm>
            <a:off x="-658368" y="5376672"/>
            <a:ext cx="2331720" cy="1920240"/>
          </a:xfrm>
          <a:prstGeom prst="ellipse">
            <a:avLst/>
          </a:prstGeom>
          <a:solidFill>
            <a:srgbClr val="46B083">
              <a:alpha val="16000"/>
            </a:srgbClr>
          </a:solidFill>
          <a:ln w="0">
            <a:noFill/>
          </a:ln>
        </p:spPr>
      </p:sp>
      <p:sp>
        <p:nvSpPr>
          <p:cNvPr id="210" name="Shape 21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theme01 · theme01_page047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轻拟态风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2B2B30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16" name="Shape 216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D7DCE8">
                <a:alpha val="100000"/>
              </a:srgbClr>
            </a:solidFill>
          </a:ln>
        </p:spPr>
      </p:sp>
      <p:sp>
        <p:nvSpPr>
          <p:cNvPr id="217" name="Text 217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46B083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46B083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7B7F8C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5B8DEF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7A5AE0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7B7F8C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主题示例｜theme01</dc:title>
  <dc:subject>展示 theme01 主题下的 Dashi PPT 内容组织、版式选择与可编辑交付</dc:subject>
  <dc:creator>Dashi PPT</dc:creator>
  <cp:lastModifiedBy>Dashi PPT</cp:lastModifiedBy>
  <dcterms:created xsi:type="dcterms:W3CDTF">2026-08-27T12:10:54.463Z</dcterms:created>
  <dcterms:modified xsi:type="dcterms:W3CDTF">2026-08-27T12:10:54.463Z</dcterms:modified>
</cp:coreProperties>
</file>