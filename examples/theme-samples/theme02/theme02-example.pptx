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110B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theme02_page002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THEME02  /  炫光紫绿风  /  ANTIGRAVITY EDITION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3" name="Shape 13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17" name="Shape 17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D78BFF">
                <a:alpha val="100000"/>
              </a:srgbClr>
            </a:solidFill>
            <a:tailEnd type="triangle" w="sm" len="sm"/>
          </a:ln>
        </p:spPr>
      </p:sp>
      <p:sp>
        <p:nvSpPr>
          <p:cNvPr id="18" name="Shape 18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2" name="Shape 22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69E6FF">
                <a:alpha val="100000"/>
              </a:srgbClr>
            </a:solidFill>
            <a:tailEnd type="triangle" w="sm" len="sm"/>
          </a:ln>
        </p:spPr>
      </p:sp>
      <p:sp>
        <p:nvSpPr>
          <p:cNvPr id="23" name="Shape 23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35" name="Shape 35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36" name="Shape 36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37" name="Shape 37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theme02_page056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4" name="Shape 4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B3B72">
                <a:alpha val="100000"/>
              </a:srgbClr>
            </a:solidFill>
          </a:ln>
        </p:spPr>
      </p:sp>
      <p:sp>
        <p:nvSpPr>
          <p:cNvPr id="45" name="Shape 45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50" name="Shape 50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D78BFF">
                <a:alpha val="100000"/>
              </a:srgbClr>
            </a:solidFill>
          </a:ln>
        </p:spPr>
      </p:sp>
      <p:sp>
        <p:nvSpPr>
          <p:cNvPr id="51" name="Shape 51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56" name="Shape 56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69E6FF">
                <a:alpha val="100000"/>
              </a:srgbClr>
            </a:solidFill>
          </a:ln>
        </p:spPr>
      </p:sp>
      <p:sp>
        <p:nvSpPr>
          <p:cNvPr id="57" name="Shape 57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58" name="Text 58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62" name="Shape 62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C7FF47">
                <a:alpha val="100000"/>
              </a:srgbClr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65" name="Shape 65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66" name="Shape 66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67" name="Shape 67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68" name="Text 6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theme02_page064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4" name="Shape 7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B3B72">
                <a:alpha val="100000"/>
              </a:srgbClr>
            </a:solidFill>
          </a:ln>
        </p:spPr>
      </p:sp>
      <p:sp>
        <p:nvSpPr>
          <p:cNvPr id="75" name="Shape 75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2B274C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76" name="Text 76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C7FF47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C7FF47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80" name="Shape 80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85" name="Shape 85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86" name="Text 86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90" name="Shape 90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97" name="Shape 97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98" name="Shape 98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99" name="Shape 99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100" name="Text 10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theme02_page013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6" name="Shape 10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07" name="Shape 107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08" name="Shape 108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110B22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12" name="Shape 112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110B22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16" name="Shape 116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110B22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122" name="Shape 122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123" name="Shape 123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124" name="Shape 124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125" name="Text 12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theme02_page058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1" name="Shape 13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32" name="Shape 132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33" name="Shape 133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2B274C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34" name="Text 134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C7FF47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C7FF47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36" name="Shape 136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B9A9D4">
              <a:alpha val="100000"/>
            </a:srgbClr>
          </a:solidFill>
          <a:ln w="10160" cap="flat">
            <a:solidFill>
              <a:srgbClr val="B9A9D4">
                <a:alpha val="100000"/>
              </a:srgbClr>
            </a:solidFill>
          </a:ln>
        </p:spPr>
      </p:sp>
      <p:sp>
        <p:nvSpPr>
          <p:cNvPr id="137" name="Text 137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39" name="Shape 139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B9A9D4">
              <a:alpha val="100000"/>
            </a:srgbClr>
          </a:solidFill>
          <a:ln w="10160" cap="flat">
            <a:solidFill>
              <a:srgbClr val="B9A9D4">
                <a:alpha val="100000"/>
              </a:srgbClr>
            </a:solidFill>
          </a:ln>
        </p:spPr>
      </p:sp>
      <p:sp>
        <p:nvSpPr>
          <p:cNvPr id="140" name="Text 140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42" name="Shape 142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C7FF47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43" name="Text 143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45" name="Shape 145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C7FF47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46" name="Text 146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150" name="Shape 150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151" name="Shape 151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152" name="Shape 152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153" name="Text 153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theme02_page065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9" name="Shape 159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61" name="Shape 161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62" name="Shape 162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63" name="Shape 163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4B3B72">
                <a:alpha val="55000"/>
              </a:srgbClr>
            </a:solidFill>
          </a:ln>
        </p:spPr>
      </p:sp>
      <p:sp>
        <p:nvSpPr>
          <p:cNvPr id="164" name="Text 164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5" name="Shape 165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4B3B72">
                <a:alpha val="55000"/>
              </a:srgbClr>
            </a:solidFill>
          </a:ln>
        </p:spPr>
      </p:sp>
      <p:sp>
        <p:nvSpPr>
          <p:cNvPr id="166" name="Text 166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67" name="Shape 167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4B3B72">
                <a:alpha val="55000"/>
              </a:srgbClr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9" name="Shape 169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4B3B72">
                <a:alpha val="55000"/>
              </a:srgbClr>
            </a:solidFill>
          </a:ln>
        </p:spPr>
      </p:sp>
      <p:sp>
        <p:nvSpPr>
          <p:cNvPr id="170" name="Text 170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71" name="Shape 171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4B3B72">
                <a:alpha val="55000"/>
              </a:srgbClr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73" name="Shape 173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C7FF47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74" name="Text 174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76" name="Shape 176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77" name="Shape 177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C7FF47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78" name="Text 178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180" name="Shape 180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81" name="Shape 181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C7FF47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82" name="Text 182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83" name="Text 183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184" name="Shape 184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85" name="Shape 185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C7FF47">
              <a:alpha val="100000"/>
            </a:srgbClr>
          </a:solidFill>
          <a:ln w="10160" cap="flat">
            <a:solidFill>
              <a:srgbClr val="C7FF47">
                <a:alpha val="100000"/>
              </a:srgbClr>
            </a:solidFill>
          </a:ln>
        </p:spPr>
      </p:sp>
      <p:sp>
        <p:nvSpPr>
          <p:cNvPr id="186" name="Text 186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7" name="Text 187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88" name="Shape 188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189" name="Text 189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BF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192" name="Shape 192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193" name="Shape 193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194" name="Shape 194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195" name="Text 19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theme02_page024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1" name="Shape 20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B3B72">
                <a:alpha val="100000"/>
              </a:srgbClr>
            </a:solidFill>
          </a:ln>
        </p:spPr>
      </p:sp>
      <p:sp>
        <p:nvSpPr>
          <p:cNvPr id="202" name="Shape 202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203" name="Text 203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BF8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BF8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206" name="Shape 206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207" name="Text 207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69E6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8" name="Text 208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BF8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BF8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09" name="Text 209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10" name="Shape 210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211" name="Text 211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BF8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BF8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10B22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/>
          <p:nvPr/>
        </p:nvSpPr>
        <p:spPr>
          <a:xfrm>
            <a:off x="9372600" y="-566928"/>
            <a:ext cx="3246120" cy="2468880"/>
          </a:xfrm>
          <a:prstGeom prst="ellipse">
            <a:avLst/>
          </a:prstGeom>
          <a:solidFill>
            <a:srgbClr val="D78BFF">
              <a:alpha val="28000"/>
            </a:srgbClr>
          </a:solidFill>
          <a:ln w="15240" cap="flat">
            <a:solidFill>
              <a:srgbClr val="D78BFF">
                <a:alpha val="14000"/>
              </a:srgbClr>
            </a:solidFill>
          </a:ln>
        </p:spPr>
      </p:sp>
      <p:sp>
        <p:nvSpPr>
          <p:cNvPr id="216" name="Shape 216"/>
          <p:cNvSpPr/>
          <p:nvPr/>
        </p:nvSpPr>
        <p:spPr>
          <a:xfrm>
            <a:off x="-530352" y="5440680"/>
            <a:ext cx="2194560" cy="1508760"/>
          </a:xfrm>
          <a:prstGeom prst="ellipse">
            <a:avLst/>
          </a:prstGeom>
          <a:solidFill>
            <a:srgbClr val="C7FF47">
              <a:alpha val="18000"/>
            </a:srgbClr>
          </a:solidFill>
          <a:ln w="12700" cap="flat">
            <a:solidFill>
              <a:srgbClr val="C7FF47">
                <a:alpha val="18000"/>
              </a:srgbClr>
            </a:solidFill>
          </a:ln>
        </p:spPr>
      </p:sp>
      <p:sp>
        <p:nvSpPr>
          <p:cNvPr id="217" name="Shape 217"/>
          <p:cNvSpPr/>
          <p:nvPr/>
        </p:nvSpPr>
        <p:spPr>
          <a:xfrm>
            <a:off x="8092440" y="45720"/>
            <a:ext cx="3657600" cy="1033272"/>
          </a:xfrm>
          <a:prstGeom prst="line">
            <a:avLst/>
          </a:prstGeom>
          <a:noFill/>
          <a:ln w="25400" cap="flat">
            <a:solidFill>
              <a:srgbClr val="69E6FF">
                <a:alpha val="75000"/>
              </a:srgbClr>
            </a:solidFill>
          </a:ln>
        </p:spPr>
      </p:sp>
      <p:sp>
        <p:nvSpPr>
          <p:cNvPr id="218" name="Shape 218"/>
          <p:cNvSpPr/>
          <p:nvPr/>
        </p:nvSpPr>
        <p:spPr>
          <a:xfrm>
            <a:off x="8503920" y="45720"/>
            <a:ext cx="3246120" cy="905256"/>
          </a:xfrm>
          <a:prstGeom prst="line">
            <a:avLst/>
          </a:prstGeom>
          <a:noFill/>
          <a:ln w="10160" cap="flat">
            <a:solidFill>
              <a:srgbClr val="C7FF47">
                <a:alpha val="65000"/>
              </a:srgbClr>
            </a:solidFill>
          </a:ln>
        </p:spPr>
      </p:sp>
      <p:sp>
        <p:nvSpPr>
          <p:cNvPr id="219" name="Text 219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theme02 · theme02_page074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炫光紫绿风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22" name="Text 222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BF8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23" name="Text 223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24" name="Shape 224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21183A">
              <a:alpha val="100000"/>
            </a:srgbClr>
          </a:solidFill>
          <a:ln w="10160" cap="flat">
            <a:solidFill>
              <a:srgbClr val="4B3B72">
                <a:alpha val="100000"/>
              </a:srgbClr>
            </a:solidFill>
          </a:ln>
        </p:spPr>
      </p:sp>
      <p:sp>
        <p:nvSpPr>
          <p:cNvPr id="225" name="Text 225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69E6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69E6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B9A9D4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C7FF47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D78B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B9A9D4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主题示例｜theme02</dc:title>
  <dc:subject>展示 theme02 主题下的 Dashi PPT 内容组织、版式选择与可编辑交付</dc:subject>
  <dc:creator>Dashi PPT</dc:creator>
  <cp:lastModifiedBy>Dashi PPT</cp:lastModifiedBy>
  <dcterms:created xsi:type="dcterms:W3CDTF">2026-08-27T12:10:54.519Z</dcterms:created>
  <dcterms:modified xsi:type="dcterms:W3CDTF">2026-08-27T12:10:54.519Z</dcterms:modified>
</cp:coreProperties>
</file>