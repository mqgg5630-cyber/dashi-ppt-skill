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screen16x9"/>
  <p:notesSz cx="6858000" cy="9144000"/>
  <p:defaultTextStyle>
    <a:defPPr/>
    <a:lvl1pPr marL="0" algn="l"/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0B0E1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1" r:id="rId1"/>
  </p:sldLayoutIdLst>
  <p:txStyles>
    <p:titleStyle/>
    <p:bodyStyle/>
    <p:otherStyle/>
  </p:txStyles>
  <p:clrMap bg1="lt1" tx1="dk1" bg2="lt2" tx2="dk2" accent1="accent1" accent2="accent2" accent3="accent3" accent4="accent4" accent5="accent5" accent6="accent6" hlink="hlink" folHlink="folHlink"/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B0E17">
          <a:alpha val="100000"/>
        </a:srgbClr>
      </a:solidFill>
      <a:effectLst/>
    </p:bgPr>
  </p:bg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11480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3" name="Shape 3"/>
          <p:cNvSpPr/>
          <p:nvPr/>
        </p:nvSpPr>
        <p:spPr>
          <a:xfrm>
            <a:off x="1069848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4" name="Shape 4"/>
          <p:cNvSpPr/>
          <p:nvPr/>
        </p:nvSpPr>
        <p:spPr>
          <a:xfrm>
            <a:off x="1728216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5" name="Shape 5"/>
          <p:cNvSpPr/>
          <p:nvPr/>
        </p:nvSpPr>
        <p:spPr>
          <a:xfrm>
            <a:off x="2386584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6" name="Shape 6"/>
          <p:cNvSpPr/>
          <p:nvPr/>
        </p:nvSpPr>
        <p:spPr>
          <a:xfrm>
            <a:off x="3044952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7" name="Shape 7"/>
          <p:cNvSpPr/>
          <p:nvPr/>
        </p:nvSpPr>
        <p:spPr>
          <a:xfrm>
            <a:off x="3703320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8" name="Shape 8"/>
          <p:cNvSpPr/>
          <p:nvPr/>
        </p:nvSpPr>
        <p:spPr>
          <a:xfrm>
            <a:off x="4361688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9" name="Shape 9"/>
          <p:cNvSpPr/>
          <p:nvPr/>
        </p:nvSpPr>
        <p:spPr>
          <a:xfrm>
            <a:off x="5020056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10" name="Shape 10"/>
          <p:cNvSpPr/>
          <p:nvPr/>
        </p:nvSpPr>
        <p:spPr>
          <a:xfrm>
            <a:off x="5678424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11" name="Shape 11"/>
          <p:cNvSpPr/>
          <p:nvPr/>
        </p:nvSpPr>
        <p:spPr>
          <a:xfrm>
            <a:off x="6336792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12" name="Shape 12"/>
          <p:cNvSpPr/>
          <p:nvPr/>
        </p:nvSpPr>
        <p:spPr>
          <a:xfrm>
            <a:off x="6995160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13" name="Shape 13"/>
          <p:cNvSpPr/>
          <p:nvPr/>
        </p:nvSpPr>
        <p:spPr>
          <a:xfrm>
            <a:off x="7653528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14" name="Shape 14"/>
          <p:cNvSpPr/>
          <p:nvPr/>
        </p:nvSpPr>
        <p:spPr>
          <a:xfrm>
            <a:off x="8311896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15" name="Shape 15"/>
          <p:cNvSpPr/>
          <p:nvPr/>
        </p:nvSpPr>
        <p:spPr>
          <a:xfrm>
            <a:off x="8970264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16" name="Shape 16"/>
          <p:cNvSpPr/>
          <p:nvPr/>
        </p:nvSpPr>
        <p:spPr>
          <a:xfrm>
            <a:off x="9628632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17" name="Shape 17"/>
          <p:cNvSpPr/>
          <p:nvPr/>
        </p:nvSpPr>
        <p:spPr>
          <a:xfrm>
            <a:off x="10287000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18" name="Shape 18"/>
          <p:cNvSpPr/>
          <p:nvPr/>
        </p:nvSpPr>
        <p:spPr>
          <a:xfrm>
            <a:off x="10945368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19" name="Shape 19"/>
          <p:cNvSpPr/>
          <p:nvPr/>
        </p:nvSpPr>
        <p:spPr>
          <a:xfrm>
            <a:off x="11603736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20" name="Shape 20"/>
          <p:cNvSpPr/>
          <p:nvPr/>
        </p:nvSpPr>
        <p:spPr>
          <a:xfrm>
            <a:off x="347472" y="475488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21" name="Shape 21"/>
          <p:cNvSpPr/>
          <p:nvPr/>
        </p:nvSpPr>
        <p:spPr>
          <a:xfrm>
            <a:off x="347472" y="950976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22" name="Shape 22"/>
          <p:cNvSpPr/>
          <p:nvPr/>
        </p:nvSpPr>
        <p:spPr>
          <a:xfrm>
            <a:off x="347472" y="1426464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23" name="Shape 23"/>
          <p:cNvSpPr/>
          <p:nvPr/>
        </p:nvSpPr>
        <p:spPr>
          <a:xfrm>
            <a:off x="347472" y="1901952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24" name="Shape 24"/>
          <p:cNvSpPr/>
          <p:nvPr/>
        </p:nvSpPr>
        <p:spPr>
          <a:xfrm>
            <a:off x="347472" y="2377440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25" name="Shape 25"/>
          <p:cNvSpPr/>
          <p:nvPr/>
        </p:nvSpPr>
        <p:spPr>
          <a:xfrm>
            <a:off x="347472" y="2852928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26" name="Shape 26"/>
          <p:cNvSpPr/>
          <p:nvPr/>
        </p:nvSpPr>
        <p:spPr>
          <a:xfrm>
            <a:off x="347472" y="3328416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27" name="Shape 27"/>
          <p:cNvSpPr/>
          <p:nvPr/>
        </p:nvSpPr>
        <p:spPr>
          <a:xfrm>
            <a:off x="347472" y="3803904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28" name="Shape 28"/>
          <p:cNvSpPr/>
          <p:nvPr/>
        </p:nvSpPr>
        <p:spPr>
          <a:xfrm>
            <a:off x="347472" y="4279392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29" name="Shape 29"/>
          <p:cNvSpPr/>
          <p:nvPr/>
        </p:nvSpPr>
        <p:spPr>
          <a:xfrm>
            <a:off x="347472" y="4754880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30" name="Shape 30"/>
          <p:cNvSpPr/>
          <p:nvPr/>
        </p:nvSpPr>
        <p:spPr>
          <a:xfrm>
            <a:off x="347472" y="5230368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31" name="Shape 31"/>
          <p:cNvSpPr/>
          <p:nvPr/>
        </p:nvSpPr>
        <p:spPr>
          <a:xfrm>
            <a:off x="347472" y="5705856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32" name="Shape 32"/>
          <p:cNvSpPr/>
          <p:nvPr/>
        </p:nvSpPr>
        <p:spPr>
          <a:xfrm>
            <a:off x="347472" y="6181344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33" name="Shape 33"/>
          <p:cNvSpPr/>
          <p:nvPr/>
        </p:nvSpPr>
        <p:spPr>
          <a:xfrm>
            <a:off x="685800" y="6327648"/>
            <a:ext cx="10789920" cy="1"/>
          </a:xfrm>
          <a:prstGeom prst="line">
            <a:avLst/>
          </a:prstGeom>
          <a:noFill/>
          <a:ln w="17780" cap="flat">
            <a:solidFill>
              <a:srgbClr val="FFCC4D">
                <a:alpha val="100000"/>
              </a:srgbClr>
            </a:solidFill>
          </a:ln>
        </p:spPr>
      </p:sp>
      <p:sp>
        <p:nvSpPr>
          <p:cNvPr id="34" name="Shape 34"/>
          <p:cNvSpPr/>
          <p:nvPr/>
        </p:nvSpPr>
        <p:spPr>
          <a:xfrm>
            <a:off x="10899648" y="256032"/>
            <a:ext cx="146304" cy="146304"/>
          </a:xfrm>
          <a:prstGeom prst="ellipse">
            <a:avLst/>
          </a:prstGeom>
          <a:solidFill>
            <a:srgbClr val="FFCC4D">
              <a:alpha val="100000"/>
            </a:srgbClr>
          </a:solidFill>
          <a:ln w="0">
            <a:noFill/>
          </a:ln>
        </p:spPr>
      </p:sp>
      <p:sp>
        <p:nvSpPr>
          <p:cNvPr id="35" name="Text 35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9AA7C2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9AA7C2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theme06 · theme06_page001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深色图谱风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658368" y="566928"/>
            <a:ext cx="740664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FFCC4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FFCC4D">
                    <a:alpha val="100000"/>
                  </a:srgbClr>
                </a:solidFill>
                <a:latin typeface="Aptos"/>
                <a:ea typeface="Aptos"/>
                <a:cs typeface="Aptos"/>
              </a:rPr>
              <a:t>THEME06  /  深色图谱风  /  ANTIGRAVITY EDITION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658368" y="1115568"/>
            <a:ext cx="6446520" cy="12344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3000" b="1">
                <a:solidFill>
                  <a:srgbClr val="F4F6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3000" b="1">
                <a:solidFill>
                  <a:srgbClr val="F4F6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主题预览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694944" y="2633472"/>
            <a:ext cx="5212080" cy="6583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12 套视觉语言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694944" y="3675888"/>
            <a:ext cx="5120640" cy="6583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800" b="1">
                <a:solidFill>
                  <a:srgbClr val="FFCC4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800" b="1">
                <a:solidFill>
                  <a:srgbClr val="FFCC4D">
                    <a:alpha val="100000"/>
                  </a:srgbClr>
                </a:solidFill>
                <a:latin typeface="Aptos"/>
                <a:ea typeface="Aptos"/>
                <a:cs typeface="Aptos"/>
              </a:rPr>
              <a:t>选择主题，开始制作。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7498080" y="841248"/>
            <a:ext cx="356616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WORKFLOW STACK</a:t>
            </a:r>
          </a:p>
        </p:txBody>
      </p:sp>
      <p:sp>
        <p:nvSpPr>
          <p:cNvPr id="42" name="Shape 42"/>
          <p:cNvSpPr/>
          <p:nvPr/>
        </p:nvSpPr>
        <p:spPr>
          <a:xfrm>
            <a:off x="7479792" y="1325880"/>
            <a:ext cx="3886200" cy="786384"/>
          </a:xfrm>
          <a:prstGeom prst="roundRect">
            <a:avLst/>
          </a:prstGeom>
          <a:solidFill>
            <a:srgbClr val="151B29">
              <a:alpha val="100000"/>
            </a:srgbClr>
          </a:solidFill>
          <a:ln w="10160" cap="flat">
            <a:solidFill>
              <a:srgbClr val="323C58">
                <a:alpha val="100000"/>
              </a:srgbClr>
            </a:solidFill>
          </a:ln>
        </p:spPr>
      </p:sp>
      <p:sp>
        <p:nvSpPr>
          <p:cNvPr id="43" name="Text 43"/>
          <p:cNvSpPr txBox="1"/>
          <p:nvPr/>
        </p:nvSpPr>
        <p:spPr>
          <a:xfrm>
            <a:off x="7699248" y="1499616"/>
            <a:ext cx="36576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9A83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9A83FF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8174736" y="1472184"/>
            <a:ext cx="22402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>
                <a:solidFill>
                  <a:srgbClr val="F4F6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F4F6FF">
                    <a:alpha val="100000"/>
                  </a:srgbClr>
                </a:solidFill>
                <a:latin typeface="Aptos"/>
                <a:ea typeface="Aptos"/>
                <a:cs typeface="Aptos"/>
              </a:rPr>
              <a:t>Agent Skill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8174736" y="1783080"/>
            <a:ext cx="265176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方法与质量边界</a:t>
            </a:r>
          </a:p>
        </p:txBody>
      </p:sp>
      <p:sp>
        <p:nvSpPr>
          <p:cNvPr id="46" name="Shape 46"/>
          <p:cNvSpPr/>
          <p:nvPr/>
        </p:nvSpPr>
        <p:spPr>
          <a:xfrm>
            <a:off x="9418320" y="2130552"/>
            <a:ext cx="1" cy="292608"/>
          </a:xfrm>
          <a:prstGeom prst="line">
            <a:avLst/>
          </a:prstGeom>
          <a:noFill/>
          <a:ln w="17780" cap="flat">
            <a:solidFill>
              <a:srgbClr val="9A83FF">
                <a:alpha val="100000"/>
              </a:srgbClr>
            </a:solidFill>
            <a:tailEnd type="triangle" w="sm" len="sm"/>
          </a:ln>
        </p:spPr>
      </p:sp>
      <p:sp>
        <p:nvSpPr>
          <p:cNvPr id="47" name="Shape 47"/>
          <p:cNvSpPr/>
          <p:nvPr/>
        </p:nvSpPr>
        <p:spPr>
          <a:xfrm>
            <a:off x="7479792" y="2468880"/>
            <a:ext cx="3886200" cy="786384"/>
          </a:xfrm>
          <a:prstGeom prst="roundRect">
            <a:avLst/>
          </a:prstGeom>
          <a:solidFill>
            <a:srgbClr val="151B29">
              <a:alpha val="100000"/>
            </a:srgbClr>
          </a:solidFill>
          <a:ln w="10160" cap="flat">
            <a:solidFill>
              <a:srgbClr val="323C58">
                <a:alpha val="100000"/>
              </a:srgbClr>
            </a:solidFill>
          </a:ln>
        </p:spPr>
      </p:sp>
      <p:sp>
        <p:nvSpPr>
          <p:cNvPr id="48" name="Text 48"/>
          <p:cNvSpPr txBox="1"/>
          <p:nvPr/>
        </p:nvSpPr>
        <p:spPr>
          <a:xfrm>
            <a:off x="7699248" y="2642616"/>
            <a:ext cx="36576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4FE4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4FE4FF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9" name="Text 49"/>
          <p:cNvSpPr txBox="1"/>
          <p:nvPr/>
        </p:nvSpPr>
        <p:spPr>
          <a:xfrm>
            <a:off x="8174736" y="2615184"/>
            <a:ext cx="22402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>
                <a:solidFill>
                  <a:srgbClr val="F4F6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F4F6FF">
                    <a:alpha val="100000"/>
                  </a:srgbClr>
                </a:solidFill>
                <a:latin typeface="Aptos"/>
                <a:ea typeface="Aptos"/>
                <a:cs typeface="Aptos"/>
              </a:rPr>
              <a:t>MCP Server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8174736" y="2926080"/>
            <a:ext cx="265176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工具连接与执行</a:t>
            </a:r>
          </a:p>
        </p:txBody>
      </p:sp>
      <p:sp>
        <p:nvSpPr>
          <p:cNvPr id="51" name="Shape 51"/>
          <p:cNvSpPr/>
          <p:nvPr/>
        </p:nvSpPr>
        <p:spPr>
          <a:xfrm>
            <a:off x="9418320" y="3273552"/>
            <a:ext cx="1" cy="292608"/>
          </a:xfrm>
          <a:prstGeom prst="line">
            <a:avLst/>
          </a:prstGeom>
          <a:noFill/>
          <a:ln w="17780" cap="flat">
            <a:solidFill>
              <a:srgbClr val="4FE4FF">
                <a:alpha val="100000"/>
              </a:srgbClr>
            </a:solidFill>
            <a:tailEnd type="triangle" w="sm" len="sm"/>
          </a:ln>
        </p:spPr>
      </p:sp>
      <p:sp>
        <p:nvSpPr>
          <p:cNvPr id="52" name="Shape 52"/>
          <p:cNvSpPr/>
          <p:nvPr/>
        </p:nvSpPr>
        <p:spPr>
          <a:xfrm>
            <a:off x="7479792" y="3611880"/>
            <a:ext cx="3886200" cy="786384"/>
          </a:xfrm>
          <a:prstGeom prst="roundRect">
            <a:avLst/>
          </a:prstGeom>
          <a:solidFill>
            <a:srgbClr val="151B29">
              <a:alpha val="100000"/>
            </a:srgbClr>
          </a:solidFill>
          <a:ln w="10160" cap="flat">
            <a:solidFill>
              <a:srgbClr val="323C58">
                <a:alpha val="100000"/>
              </a:srgbClr>
            </a:solidFill>
          </a:ln>
        </p:spPr>
      </p:sp>
      <p:sp>
        <p:nvSpPr>
          <p:cNvPr id="53" name="Text 53"/>
          <p:cNvSpPr txBox="1"/>
          <p:nvPr/>
        </p:nvSpPr>
        <p:spPr>
          <a:xfrm>
            <a:off x="7699248" y="3785616"/>
            <a:ext cx="36576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FFCC4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FFCC4D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4" name="Text 54"/>
          <p:cNvSpPr txBox="1"/>
          <p:nvPr/>
        </p:nvSpPr>
        <p:spPr>
          <a:xfrm>
            <a:off x="8174736" y="3758184"/>
            <a:ext cx="22402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>
                <a:solidFill>
                  <a:srgbClr val="F4F6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F4F6FF">
                    <a:alpha val="100000"/>
                  </a:srgbClr>
                </a:solidFill>
                <a:latin typeface="Aptos"/>
                <a:ea typeface="Aptos"/>
                <a:cs typeface="Aptos"/>
              </a:rPr>
              <a:t>Dashi Runtime</a:t>
            </a:r>
          </a:p>
        </p:txBody>
      </p:sp>
      <p:sp>
        <p:nvSpPr>
          <p:cNvPr id="55" name="Text 55"/>
          <p:cNvSpPr txBox="1"/>
          <p:nvPr/>
        </p:nvSpPr>
        <p:spPr>
          <a:xfrm>
            <a:off x="8174736" y="4069080"/>
            <a:ext cx="265176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HTML / PPTX 产物</a:t>
            </a:r>
          </a:p>
        </p:txBody>
      </p:sp>
      <p:sp>
        <p:nvSpPr>
          <p:cNvPr id="56" name="Text 56"/>
          <p:cNvSpPr txBox="1"/>
          <p:nvPr/>
        </p:nvSpPr>
        <p:spPr>
          <a:xfrm>
            <a:off x="694944" y="5833872"/>
            <a:ext cx="114300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000" b="1">
                <a:solidFill>
                  <a:srgbClr val="F4F6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000" b="1">
                <a:solidFill>
                  <a:srgbClr val="F4F6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57" name="Text 57"/>
          <p:cNvSpPr txBox="1"/>
          <p:nvPr/>
        </p:nvSpPr>
        <p:spPr>
          <a:xfrm>
            <a:off x="694944" y="6199632"/>
            <a:ext cx="128016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视觉主题</a:t>
            </a:r>
          </a:p>
        </p:txBody>
      </p:sp>
      <p:sp>
        <p:nvSpPr>
          <p:cNvPr id="58" name="Text 58"/>
          <p:cNvSpPr txBox="1"/>
          <p:nvPr/>
        </p:nvSpPr>
        <p:spPr>
          <a:xfrm>
            <a:off x="2523744" y="5833872"/>
            <a:ext cx="114300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000" b="1">
                <a:solidFill>
                  <a:srgbClr val="F4F6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000" b="1">
                <a:solidFill>
                  <a:srgbClr val="F4F6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1,020</a:t>
            </a:r>
          </a:p>
        </p:txBody>
      </p:sp>
      <p:sp>
        <p:nvSpPr>
          <p:cNvPr id="59" name="Text 59"/>
          <p:cNvSpPr txBox="1"/>
          <p:nvPr/>
        </p:nvSpPr>
        <p:spPr>
          <a:xfrm>
            <a:off x="2523744" y="6199632"/>
            <a:ext cx="128016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版式页面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4352544" y="5833872"/>
            <a:ext cx="114300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000" b="1">
                <a:solidFill>
                  <a:srgbClr val="F4F6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000" b="1">
                <a:solidFill>
                  <a:srgbClr val="F4F6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8,576</a:t>
            </a:r>
          </a:p>
        </p:txBody>
      </p:sp>
      <p:sp>
        <p:nvSpPr>
          <p:cNvPr id="61" name="Text 61"/>
          <p:cNvSpPr txBox="1"/>
          <p:nvPr/>
        </p:nvSpPr>
        <p:spPr>
          <a:xfrm>
            <a:off x="4352544" y="6199632"/>
            <a:ext cx="128016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可调控件</a:t>
            </a:r>
          </a:p>
        </p:txBody>
      </p:sp>
      <p:sp>
        <p:nvSpPr>
          <p:cNvPr id="62" name="Text 62"/>
          <p:cNvSpPr txBox="1"/>
          <p:nvPr/>
        </p:nvSpPr>
        <p:spPr>
          <a:xfrm>
            <a:off x="10698480" y="6199632"/>
            <a:ext cx="7315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  <p:sp>
        <p:nvSpPr>
          <p:cNvPr id="100001" name="Slide number 1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B0E17">
          <a:alpha val="100000"/>
        </a:srgbClr>
      </a:solidFill>
      <a:effectLst/>
    </p:bgPr>
  </p:bg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/>
          <p:nvPr/>
        </p:nvSpPr>
        <p:spPr>
          <a:xfrm>
            <a:off x="411480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64" name="Shape 64"/>
          <p:cNvSpPr/>
          <p:nvPr/>
        </p:nvSpPr>
        <p:spPr>
          <a:xfrm>
            <a:off x="1069848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65" name="Shape 65"/>
          <p:cNvSpPr/>
          <p:nvPr/>
        </p:nvSpPr>
        <p:spPr>
          <a:xfrm>
            <a:off x="1728216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66" name="Shape 66"/>
          <p:cNvSpPr/>
          <p:nvPr/>
        </p:nvSpPr>
        <p:spPr>
          <a:xfrm>
            <a:off x="2386584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67" name="Shape 67"/>
          <p:cNvSpPr/>
          <p:nvPr/>
        </p:nvSpPr>
        <p:spPr>
          <a:xfrm>
            <a:off x="3044952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68" name="Shape 68"/>
          <p:cNvSpPr/>
          <p:nvPr/>
        </p:nvSpPr>
        <p:spPr>
          <a:xfrm>
            <a:off x="3703320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69" name="Shape 69"/>
          <p:cNvSpPr/>
          <p:nvPr/>
        </p:nvSpPr>
        <p:spPr>
          <a:xfrm>
            <a:off x="4361688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70" name="Shape 70"/>
          <p:cNvSpPr/>
          <p:nvPr/>
        </p:nvSpPr>
        <p:spPr>
          <a:xfrm>
            <a:off x="5020056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71" name="Shape 71"/>
          <p:cNvSpPr/>
          <p:nvPr/>
        </p:nvSpPr>
        <p:spPr>
          <a:xfrm>
            <a:off x="5678424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72" name="Shape 72"/>
          <p:cNvSpPr/>
          <p:nvPr/>
        </p:nvSpPr>
        <p:spPr>
          <a:xfrm>
            <a:off x="6336792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73" name="Shape 73"/>
          <p:cNvSpPr/>
          <p:nvPr/>
        </p:nvSpPr>
        <p:spPr>
          <a:xfrm>
            <a:off x="6995160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74" name="Shape 74"/>
          <p:cNvSpPr/>
          <p:nvPr/>
        </p:nvSpPr>
        <p:spPr>
          <a:xfrm>
            <a:off x="7653528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75" name="Shape 75"/>
          <p:cNvSpPr/>
          <p:nvPr/>
        </p:nvSpPr>
        <p:spPr>
          <a:xfrm>
            <a:off x="8311896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76" name="Shape 76"/>
          <p:cNvSpPr/>
          <p:nvPr/>
        </p:nvSpPr>
        <p:spPr>
          <a:xfrm>
            <a:off x="8970264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77" name="Shape 77"/>
          <p:cNvSpPr/>
          <p:nvPr/>
        </p:nvSpPr>
        <p:spPr>
          <a:xfrm>
            <a:off x="9628632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78" name="Shape 78"/>
          <p:cNvSpPr/>
          <p:nvPr/>
        </p:nvSpPr>
        <p:spPr>
          <a:xfrm>
            <a:off x="10287000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79" name="Shape 79"/>
          <p:cNvSpPr/>
          <p:nvPr/>
        </p:nvSpPr>
        <p:spPr>
          <a:xfrm>
            <a:off x="10945368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80" name="Shape 80"/>
          <p:cNvSpPr/>
          <p:nvPr/>
        </p:nvSpPr>
        <p:spPr>
          <a:xfrm>
            <a:off x="11603736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81" name="Shape 81"/>
          <p:cNvSpPr/>
          <p:nvPr/>
        </p:nvSpPr>
        <p:spPr>
          <a:xfrm>
            <a:off x="347472" y="475488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82" name="Shape 82"/>
          <p:cNvSpPr/>
          <p:nvPr/>
        </p:nvSpPr>
        <p:spPr>
          <a:xfrm>
            <a:off x="347472" y="950976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83" name="Shape 83"/>
          <p:cNvSpPr/>
          <p:nvPr/>
        </p:nvSpPr>
        <p:spPr>
          <a:xfrm>
            <a:off x="347472" y="1426464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84" name="Shape 84"/>
          <p:cNvSpPr/>
          <p:nvPr/>
        </p:nvSpPr>
        <p:spPr>
          <a:xfrm>
            <a:off x="347472" y="1901952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85" name="Shape 85"/>
          <p:cNvSpPr/>
          <p:nvPr/>
        </p:nvSpPr>
        <p:spPr>
          <a:xfrm>
            <a:off x="347472" y="2377440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86" name="Shape 86"/>
          <p:cNvSpPr/>
          <p:nvPr/>
        </p:nvSpPr>
        <p:spPr>
          <a:xfrm>
            <a:off x="347472" y="2852928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87" name="Shape 87"/>
          <p:cNvSpPr/>
          <p:nvPr/>
        </p:nvSpPr>
        <p:spPr>
          <a:xfrm>
            <a:off x="347472" y="3328416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88" name="Shape 88"/>
          <p:cNvSpPr/>
          <p:nvPr/>
        </p:nvSpPr>
        <p:spPr>
          <a:xfrm>
            <a:off x="347472" y="3803904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89" name="Shape 89"/>
          <p:cNvSpPr/>
          <p:nvPr/>
        </p:nvSpPr>
        <p:spPr>
          <a:xfrm>
            <a:off x="347472" y="4279392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90" name="Shape 90"/>
          <p:cNvSpPr/>
          <p:nvPr/>
        </p:nvSpPr>
        <p:spPr>
          <a:xfrm>
            <a:off x="347472" y="4754880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91" name="Shape 91"/>
          <p:cNvSpPr/>
          <p:nvPr/>
        </p:nvSpPr>
        <p:spPr>
          <a:xfrm>
            <a:off x="347472" y="5230368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92" name="Shape 92"/>
          <p:cNvSpPr/>
          <p:nvPr/>
        </p:nvSpPr>
        <p:spPr>
          <a:xfrm>
            <a:off x="347472" y="5705856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93" name="Shape 93"/>
          <p:cNvSpPr/>
          <p:nvPr/>
        </p:nvSpPr>
        <p:spPr>
          <a:xfrm>
            <a:off x="347472" y="6181344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94" name="Shape 94"/>
          <p:cNvSpPr/>
          <p:nvPr/>
        </p:nvSpPr>
        <p:spPr>
          <a:xfrm>
            <a:off x="685800" y="6327648"/>
            <a:ext cx="10789920" cy="1"/>
          </a:xfrm>
          <a:prstGeom prst="line">
            <a:avLst/>
          </a:prstGeom>
          <a:noFill/>
          <a:ln w="17780" cap="flat">
            <a:solidFill>
              <a:srgbClr val="FFCC4D">
                <a:alpha val="100000"/>
              </a:srgbClr>
            </a:solidFill>
          </a:ln>
        </p:spPr>
      </p:sp>
      <p:sp>
        <p:nvSpPr>
          <p:cNvPr id="95" name="Shape 95"/>
          <p:cNvSpPr/>
          <p:nvPr/>
        </p:nvSpPr>
        <p:spPr>
          <a:xfrm>
            <a:off x="10899648" y="256032"/>
            <a:ext cx="146304" cy="146304"/>
          </a:xfrm>
          <a:prstGeom prst="ellipse">
            <a:avLst/>
          </a:prstGeom>
          <a:solidFill>
            <a:srgbClr val="FFCC4D">
              <a:alpha val="100000"/>
            </a:srgbClr>
          </a:solidFill>
          <a:ln w="0">
            <a:noFill/>
          </a:ln>
        </p:spPr>
      </p:sp>
      <p:sp>
        <p:nvSpPr>
          <p:cNvPr id="96" name="Text 96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9AA7C2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9AA7C2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theme06 · theme06_page072</a:t>
            </a:r>
          </a:p>
        </p:txBody>
      </p:sp>
      <p:sp>
        <p:nvSpPr>
          <p:cNvPr id="97" name="Text 97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深色图谱风</a:t>
            </a:r>
          </a:p>
        </p:txBody>
      </p:sp>
      <p:sp>
        <p:nvSpPr>
          <p:cNvPr id="98" name="Text 98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FFCC4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FFCC4D">
                    <a:alpha val="100000"/>
                  </a:srgbClr>
                </a:solidFill>
                <a:latin typeface="Aptos"/>
                <a:ea typeface="Aptos"/>
                <a:cs typeface="Aptos"/>
              </a:rPr>
              <a:t>DESIGN LANGUAGE</a:t>
            </a:r>
          </a:p>
        </p:txBody>
      </p:sp>
      <p:sp>
        <p:nvSpPr>
          <p:cNvPr id="99" name="Text 99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F4F6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F4F6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主题决定第一印象，也决定信息节奏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同一份内容可以用不同视觉语言表达，重点、密度和情绪随主题变化。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2" name="Shape 102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323C58">
                <a:alpha val="100000"/>
              </a:srgbClr>
            </a:solidFill>
          </a:ln>
        </p:spPr>
      </p:sp>
      <p:sp>
        <p:nvSpPr>
          <p:cNvPr id="103" name="Shape 103"/>
          <p:cNvSpPr/>
          <p:nvPr/>
        </p:nvSpPr>
        <p:spPr>
          <a:xfrm>
            <a:off x="685800" y="1874520"/>
            <a:ext cx="3401568" cy="2834640"/>
          </a:xfrm>
          <a:prstGeom prst="roundRect">
            <a:avLst/>
          </a:prstGeom>
          <a:solidFill>
            <a:srgbClr val="151B29">
              <a:alpha val="100000"/>
            </a:srgbClr>
          </a:solidFill>
          <a:ln w="10160" cap="flat">
            <a:solidFill>
              <a:srgbClr val="323C58">
                <a:alpha val="100000"/>
              </a:srgbClr>
            </a:solidFill>
          </a:ln>
        </p:spPr>
      </p:sp>
      <p:sp>
        <p:nvSpPr>
          <p:cNvPr id="104" name="Text 104"/>
          <p:cNvSpPr txBox="1"/>
          <p:nvPr/>
        </p:nvSpPr>
        <p:spPr>
          <a:xfrm>
            <a:off x="941832" y="2121408"/>
            <a:ext cx="4114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9A83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9A83FF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2862072" y="2139696"/>
            <a:ext cx="96012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 b="1">
                <a:solidFill>
                  <a:srgbClr val="9A83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9A83FF">
                    <a:alpha val="100000"/>
                  </a:srgbClr>
                </a:solidFill>
                <a:latin typeface="Aptos"/>
                <a:ea typeface="Aptos"/>
                <a:cs typeface="Aptos"/>
              </a:rPr>
              <a:t>SKILL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941832" y="2651760"/>
            <a:ext cx="27889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F4F6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F4F6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语气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941832" y="3429000"/>
            <a:ext cx="2788920" cy="6400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从克制研究到高能增长，先确定表达气质</a:t>
            </a:r>
          </a:p>
        </p:txBody>
      </p:sp>
      <p:sp>
        <p:nvSpPr>
          <p:cNvPr id="108" name="Shape 108"/>
          <p:cNvSpPr/>
          <p:nvPr/>
        </p:nvSpPr>
        <p:spPr>
          <a:xfrm>
            <a:off x="941832" y="4315968"/>
            <a:ext cx="2743200" cy="1"/>
          </a:xfrm>
          <a:prstGeom prst="line">
            <a:avLst/>
          </a:prstGeom>
          <a:noFill/>
          <a:ln w="25400" cap="flat">
            <a:solidFill>
              <a:srgbClr val="9A83FF">
                <a:alpha val="100000"/>
              </a:srgbClr>
            </a:solidFill>
          </a:ln>
        </p:spPr>
      </p:sp>
      <p:sp>
        <p:nvSpPr>
          <p:cNvPr id="109" name="Shape 109"/>
          <p:cNvSpPr/>
          <p:nvPr/>
        </p:nvSpPr>
        <p:spPr>
          <a:xfrm>
            <a:off x="4507992" y="1874520"/>
            <a:ext cx="3401568" cy="2834640"/>
          </a:xfrm>
          <a:prstGeom prst="roundRect">
            <a:avLst/>
          </a:prstGeom>
          <a:solidFill>
            <a:srgbClr val="151B29">
              <a:alpha val="100000"/>
            </a:srgbClr>
          </a:solidFill>
          <a:ln w="10160" cap="flat">
            <a:solidFill>
              <a:srgbClr val="323C58">
                <a:alpha val="100000"/>
              </a:srgbClr>
            </a:solidFill>
          </a:ln>
        </p:spPr>
      </p:sp>
      <p:sp>
        <p:nvSpPr>
          <p:cNvPr id="110" name="Text 110"/>
          <p:cNvSpPr txBox="1"/>
          <p:nvPr/>
        </p:nvSpPr>
        <p:spPr>
          <a:xfrm>
            <a:off x="4764024" y="2121408"/>
            <a:ext cx="4114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4FE4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4FE4FF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6684264" y="2139696"/>
            <a:ext cx="96012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 b="1">
                <a:solidFill>
                  <a:srgbClr val="4FE4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4FE4FF">
                    <a:alpha val="100000"/>
                  </a:srgbClr>
                </a:solidFill>
                <a:latin typeface="Aptos"/>
                <a:ea typeface="Aptos"/>
                <a:cs typeface="Aptos"/>
              </a:rPr>
              <a:t>MCP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4764024" y="2651760"/>
            <a:ext cx="27889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F4F6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F4F6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层级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4764024" y="3429000"/>
            <a:ext cx="2788920" cy="6400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主题内置标题、指标、图表与留白规则</a:t>
            </a:r>
          </a:p>
        </p:txBody>
      </p:sp>
      <p:sp>
        <p:nvSpPr>
          <p:cNvPr id="114" name="Shape 114"/>
          <p:cNvSpPr/>
          <p:nvPr/>
        </p:nvSpPr>
        <p:spPr>
          <a:xfrm>
            <a:off x="4764024" y="4315968"/>
            <a:ext cx="2743200" cy="1"/>
          </a:xfrm>
          <a:prstGeom prst="line">
            <a:avLst/>
          </a:prstGeom>
          <a:noFill/>
          <a:ln w="25400" cap="flat">
            <a:solidFill>
              <a:srgbClr val="4FE4FF">
                <a:alpha val="100000"/>
              </a:srgbClr>
            </a:solidFill>
          </a:ln>
        </p:spPr>
      </p:sp>
      <p:sp>
        <p:nvSpPr>
          <p:cNvPr id="115" name="Shape 115"/>
          <p:cNvSpPr/>
          <p:nvPr/>
        </p:nvSpPr>
        <p:spPr>
          <a:xfrm>
            <a:off x="8330184" y="1874520"/>
            <a:ext cx="3401568" cy="2834640"/>
          </a:xfrm>
          <a:prstGeom prst="roundRect">
            <a:avLst/>
          </a:prstGeom>
          <a:solidFill>
            <a:srgbClr val="151B29">
              <a:alpha val="100000"/>
            </a:srgbClr>
          </a:solidFill>
          <a:ln w="10160" cap="flat">
            <a:solidFill>
              <a:srgbClr val="323C58">
                <a:alpha val="100000"/>
              </a:srgbClr>
            </a:solidFill>
          </a:ln>
        </p:spPr>
      </p:sp>
      <p:sp>
        <p:nvSpPr>
          <p:cNvPr id="116" name="Text 116"/>
          <p:cNvSpPr txBox="1"/>
          <p:nvPr/>
        </p:nvSpPr>
        <p:spPr>
          <a:xfrm>
            <a:off x="8586216" y="2121408"/>
            <a:ext cx="4114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FFCC4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FFCC4D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10506456" y="2139696"/>
            <a:ext cx="96012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 b="1">
                <a:solidFill>
                  <a:srgbClr val="FFCC4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FFCC4D">
                    <a:alpha val="100000"/>
                  </a:srgbClr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8586216" y="2651760"/>
            <a:ext cx="27889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F4F6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F4F6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一致性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8586216" y="3429000"/>
            <a:ext cx="2788920" cy="6400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整份 deck 使用同一套视觉系统，减少手工调整</a:t>
            </a:r>
          </a:p>
        </p:txBody>
      </p:sp>
      <p:sp>
        <p:nvSpPr>
          <p:cNvPr id="120" name="Shape 120"/>
          <p:cNvSpPr/>
          <p:nvPr/>
        </p:nvSpPr>
        <p:spPr>
          <a:xfrm>
            <a:off x="8586216" y="4315968"/>
            <a:ext cx="2743200" cy="1"/>
          </a:xfrm>
          <a:prstGeom prst="line">
            <a:avLst/>
          </a:prstGeom>
          <a:noFill/>
          <a:ln w="25400" cap="flat">
            <a:solidFill>
              <a:srgbClr val="FFCC4D">
                <a:alpha val="100000"/>
              </a:srgbClr>
            </a:solidFill>
          </a:ln>
        </p:spPr>
      </p:sp>
      <p:sp>
        <p:nvSpPr>
          <p:cNvPr id="121" name="Text 121"/>
          <p:cNvSpPr txBox="1"/>
          <p:nvPr/>
        </p:nvSpPr>
        <p:spPr>
          <a:xfrm>
            <a:off x="731520" y="5230368"/>
            <a:ext cx="10789920" cy="47548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600" b="1">
                <a:solidFill>
                  <a:srgbClr val="FFCC4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FFCC4D">
                    <a:alpha val="100000"/>
                  </a:srgbClr>
                </a:solidFill>
                <a:latin typeface="Aptos"/>
                <a:ea typeface="Aptos"/>
                <a:cs typeface="Aptos"/>
              </a:rPr>
              <a:t>先选对主题，再让版式服务于内容。</a:t>
            </a:r>
          </a:p>
        </p:txBody>
      </p:sp>
      <p:sp>
        <p:nvSpPr>
          <p:cNvPr id="100002" name="Slide number 2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B0E17">
          <a:alpha val="100000"/>
        </a:srgbClr>
      </a:solidFill>
      <a:effectLst/>
    </p:bgPr>
  </p:bg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/>
          <p:nvPr/>
        </p:nvSpPr>
        <p:spPr>
          <a:xfrm>
            <a:off x="411480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123" name="Shape 123"/>
          <p:cNvSpPr/>
          <p:nvPr/>
        </p:nvSpPr>
        <p:spPr>
          <a:xfrm>
            <a:off x="1069848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124" name="Shape 124"/>
          <p:cNvSpPr/>
          <p:nvPr/>
        </p:nvSpPr>
        <p:spPr>
          <a:xfrm>
            <a:off x="1728216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125" name="Shape 125"/>
          <p:cNvSpPr/>
          <p:nvPr/>
        </p:nvSpPr>
        <p:spPr>
          <a:xfrm>
            <a:off x="2386584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126" name="Shape 126"/>
          <p:cNvSpPr/>
          <p:nvPr/>
        </p:nvSpPr>
        <p:spPr>
          <a:xfrm>
            <a:off x="3044952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127" name="Shape 127"/>
          <p:cNvSpPr/>
          <p:nvPr/>
        </p:nvSpPr>
        <p:spPr>
          <a:xfrm>
            <a:off x="3703320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128" name="Shape 128"/>
          <p:cNvSpPr/>
          <p:nvPr/>
        </p:nvSpPr>
        <p:spPr>
          <a:xfrm>
            <a:off x="4361688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129" name="Shape 129"/>
          <p:cNvSpPr/>
          <p:nvPr/>
        </p:nvSpPr>
        <p:spPr>
          <a:xfrm>
            <a:off x="5020056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130" name="Shape 130"/>
          <p:cNvSpPr/>
          <p:nvPr/>
        </p:nvSpPr>
        <p:spPr>
          <a:xfrm>
            <a:off x="5678424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131" name="Shape 131"/>
          <p:cNvSpPr/>
          <p:nvPr/>
        </p:nvSpPr>
        <p:spPr>
          <a:xfrm>
            <a:off x="6336792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132" name="Shape 132"/>
          <p:cNvSpPr/>
          <p:nvPr/>
        </p:nvSpPr>
        <p:spPr>
          <a:xfrm>
            <a:off x="6995160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133" name="Shape 133"/>
          <p:cNvSpPr/>
          <p:nvPr/>
        </p:nvSpPr>
        <p:spPr>
          <a:xfrm>
            <a:off x="7653528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134" name="Shape 134"/>
          <p:cNvSpPr/>
          <p:nvPr/>
        </p:nvSpPr>
        <p:spPr>
          <a:xfrm>
            <a:off x="8311896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135" name="Shape 135"/>
          <p:cNvSpPr/>
          <p:nvPr/>
        </p:nvSpPr>
        <p:spPr>
          <a:xfrm>
            <a:off x="8970264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136" name="Shape 136"/>
          <p:cNvSpPr/>
          <p:nvPr/>
        </p:nvSpPr>
        <p:spPr>
          <a:xfrm>
            <a:off x="9628632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137" name="Shape 137"/>
          <p:cNvSpPr/>
          <p:nvPr/>
        </p:nvSpPr>
        <p:spPr>
          <a:xfrm>
            <a:off x="10287000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138" name="Shape 138"/>
          <p:cNvSpPr/>
          <p:nvPr/>
        </p:nvSpPr>
        <p:spPr>
          <a:xfrm>
            <a:off x="10945368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139" name="Shape 139"/>
          <p:cNvSpPr/>
          <p:nvPr/>
        </p:nvSpPr>
        <p:spPr>
          <a:xfrm>
            <a:off x="11603736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140" name="Shape 140"/>
          <p:cNvSpPr/>
          <p:nvPr/>
        </p:nvSpPr>
        <p:spPr>
          <a:xfrm>
            <a:off x="347472" y="475488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141" name="Shape 141"/>
          <p:cNvSpPr/>
          <p:nvPr/>
        </p:nvSpPr>
        <p:spPr>
          <a:xfrm>
            <a:off x="347472" y="950976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142" name="Shape 142"/>
          <p:cNvSpPr/>
          <p:nvPr/>
        </p:nvSpPr>
        <p:spPr>
          <a:xfrm>
            <a:off x="347472" y="1426464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143" name="Shape 143"/>
          <p:cNvSpPr/>
          <p:nvPr/>
        </p:nvSpPr>
        <p:spPr>
          <a:xfrm>
            <a:off x="347472" y="1901952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144" name="Shape 144"/>
          <p:cNvSpPr/>
          <p:nvPr/>
        </p:nvSpPr>
        <p:spPr>
          <a:xfrm>
            <a:off x="347472" y="2377440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145" name="Shape 145"/>
          <p:cNvSpPr/>
          <p:nvPr/>
        </p:nvSpPr>
        <p:spPr>
          <a:xfrm>
            <a:off x="347472" y="2852928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146" name="Shape 146"/>
          <p:cNvSpPr/>
          <p:nvPr/>
        </p:nvSpPr>
        <p:spPr>
          <a:xfrm>
            <a:off x="347472" y="3328416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147" name="Shape 147"/>
          <p:cNvSpPr/>
          <p:nvPr/>
        </p:nvSpPr>
        <p:spPr>
          <a:xfrm>
            <a:off x="347472" y="3803904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148" name="Shape 148"/>
          <p:cNvSpPr/>
          <p:nvPr/>
        </p:nvSpPr>
        <p:spPr>
          <a:xfrm>
            <a:off x="347472" y="4279392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149" name="Shape 149"/>
          <p:cNvSpPr/>
          <p:nvPr/>
        </p:nvSpPr>
        <p:spPr>
          <a:xfrm>
            <a:off x="347472" y="4754880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150" name="Shape 150"/>
          <p:cNvSpPr/>
          <p:nvPr/>
        </p:nvSpPr>
        <p:spPr>
          <a:xfrm>
            <a:off x="347472" y="5230368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151" name="Shape 151"/>
          <p:cNvSpPr/>
          <p:nvPr/>
        </p:nvSpPr>
        <p:spPr>
          <a:xfrm>
            <a:off x="347472" y="5705856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152" name="Shape 152"/>
          <p:cNvSpPr/>
          <p:nvPr/>
        </p:nvSpPr>
        <p:spPr>
          <a:xfrm>
            <a:off x="347472" y="6181344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153" name="Shape 153"/>
          <p:cNvSpPr/>
          <p:nvPr/>
        </p:nvSpPr>
        <p:spPr>
          <a:xfrm>
            <a:off x="685800" y="6327648"/>
            <a:ext cx="10789920" cy="1"/>
          </a:xfrm>
          <a:prstGeom prst="line">
            <a:avLst/>
          </a:prstGeom>
          <a:noFill/>
          <a:ln w="17780" cap="flat">
            <a:solidFill>
              <a:srgbClr val="FFCC4D">
                <a:alpha val="100000"/>
              </a:srgbClr>
            </a:solidFill>
          </a:ln>
        </p:spPr>
      </p:sp>
      <p:sp>
        <p:nvSpPr>
          <p:cNvPr id="154" name="Shape 154"/>
          <p:cNvSpPr/>
          <p:nvPr/>
        </p:nvSpPr>
        <p:spPr>
          <a:xfrm>
            <a:off x="10899648" y="256032"/>
            <a:ext cx="146304" cy="146304"/>
          </a:xfrm>
          <a:prstGeom prst="ellipse">
            <a:avLst/>
          </a:prstGeom>
          <a:solidFill>
            <a:srgbClr val="FFCC4D">
              <a:alpha val="100000"/>
            </a:srgbClr>
          </a:solidFill>
          <a:ln w="0">
            <a:noFill/>
          </a:ln>
        </p:spPr>
      </p:sp>
      <p:sp>
        <p:nvSpPr>
          <p:cNvPr id="155" name="Text 155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9AA7C2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9AA7C2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theme06 · theme06_page068</a:t>
            </a:r>
          </a:p>
        </p:txBody>
      </p:sp>
      <p:sp>
        <p:nvSpPr>
          <p:cNvPr id="156" name="Text 156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深色图谱风</a:t>
            </a:r>
          </a:p>
        </p:txBody>
      </p:sp>
      <p:sp>
        <p:nvSpPr>
          <p:cNvPr id="157" name="Text 157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FFCC4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FFCC4D">
                    <a:alpha val="100000"/>
                  </a:srgbClr>
                </a:solidFill>
                <a:latin typeface="Aptos"/>
                <a:ea typeface="Aptos"/>
                <a:cs typeface="Aptos"/>
              </a:rPr>
              <a:t>SYSTEM AT A GLANCE</a:t>
            </a:r>
          </a:p>
        </p:txBody>
      </p:sp>
      <p:sp>
        <p:nvSpPr>
          <p:cNvPr id="158" name="Text 158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F4F6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F4F6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内置资源让每一页都有可选方案</a:t>
            </a:r>
          </a:p>
        </p:txBody>
      </p:sp>
      <p:sp>
        <p:nvSpPr>
          <p:cNvPr id="159" name="Text 159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Dashi PPT 将主题、版式和可调控件组合成可复用的页面系统。</a:t>
            </a:r>
          </a:p>
        </p:txBody>
      </p:sp>
      <p:sp>
        <p:nvSpPr>
          <p:cNvPr id="160" name="Text 160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1" name="Shape 161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323C58">
                <a:alpha val="100000"/>
              </a:srgbClr>
            </a:solidFill>
          </a:ln>
        </p:spPr>
      </p:sp>
      <p:sp>
        <p:nvSpPr>
          <p:cNvPr id="162" name="Shape 162"/>
          <p:cNvSpPr/>
          <p:nvPr/>
        </p:nvSpPr>
        <p:spPr>
          <a:xfrm>
            <a:off x="685800" y="1783080"/>
            <a:ext cx="4892040" cy="1325880"/>
          </a:xfrm>
          <a:prstGeom prst="roundRect">
            <a:avLst/>
          </a:prstGeom>
          <a:solidFill>
            <a:srgbClr val="1D2538">
              <a:alpha val="100000"/>
            </a:srgbClr>
          </a:solidFill>
          <a:ln w="10160" cap="flat">
            <a:solidFill>
              <a:srgbClr val="323C58">
                <a:alpha val="100000"/>
              </a:srgbClr>
            </a:solidFill>
          </a:ln>
        </p:spPr>
      </p:sp>
      <p:sp>
        <p:nvSpPr>
          <p:cNvPr id="163" name="Text 163"/>
          <p:cNvSpPr txBox="1"/>
          <p:nvPr/>
        </p:nvSpPr>
        <p:spPr>
          <a:xfrm>
            <a:off x="960120" y="2011680"/>
            <a:ext cx="14173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700" b="1">
                <a:solidFill>
                  <a:srgbClr val="FFCC4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700" b="1">
                <a:solidFill>
                  <a:srgbClr val="FFCC4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164" name="Text 164"/>
          <p:cNvSpPr txBox="1"/>
          <p:nvPr/>
        </p:nvSpPr>
        <p:spPr>
          <a:xfrm>
            <a:off x="2441448" y="2221992"/>
            <a:ext cx="640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套</a:t>
            </a:r>
          </a:p>
        </p:txBody>
      </p:sp>
      <p:sp>
        <p:nvSpPr>
          <p:cNvPr id="165" name="Text 165"/>
          <p:cNvSpPr txBox="1"/>
          <p:nvPr/>
        </p:nvSpPr>
        <p:spPr>
          <a:xfrm>
            <a:off x="3200400" y="2011680"/>
            <a:ext cx="20116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500" b="1">
                <a:solidFill>
                  <a:srgbClr val="F4F6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F4F6FF">
                    <a:alpha val="100000"/>
                  </a:srgbClr>
                </a:solidFill>
                <a:latin typeface="Aptos"/>
                <a:ea typeface="Aptos"/>
                <a:cs typeface="Aptos"/>
              </a:rPr>
              <a:t>主题</a:t>
            </a:r>
          </a:p>
        </p:txBody>
      </p:sp>
      <p:sp>
        <p:nvSpPr>
          <p:cNvPr id="166" name="Text 166"/>
          <p:cNvSpPr txBox="1"/>
          <p:nvPr/>
        </p:nvSpPr>
        <p:spPr>
          <a:xfrm>
            <a:off x="2514600" y="2532888"/>
            <a:ext cx="27432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覆盖多种业务叙事场景</a:t>
            </a:r>
          </a:p>
        </p:txBody>
      </p:sp>
      <p:sp>
        <p:nvSpPr>
          <p:cNvPr id="167" name="Shape 167"/>
          <p:cNvSpPr/>
          <p:nvPr/>
        </p:nvSpPr>
        <p:spPr>
          <a:xfrm>
            <a:off x="6172200" y="1783080"/>
            <a:ext cx="4892040" cy="1325880"/>
          </a:xfrm>
          <a:prstGeom prst="roundRect">
            <a:avLst/>
          </a:prstGeom>
          <a:solidFill>
            <a:srgbClr val="151B29">
              <a:alpha val="100000"/>
            </a:srgbClr>
          </a:solidFill>
          <a:ln w="10160" cap="flat">
            <a:solidFill>
              <a:srgbClr val="323C58">
                <a:alpha val="100000"/>
              </a:srgbClr>
            </a:solidFill>
          </a:ln>
        </p:spPr>
      </p:sp>
      <p:sp>
        <p:nvSpPr>
          <p:cNvPr id="168" name="Text 168"/>
          <p:cNvSpPr txBox="1"/>
          <p:nvPr/>
        </p:nvSpPr>
        <p:spPr>
          <a:xfrm>
            <a:off x="6446520" y="2011680"/>
            <a:ext cx="14173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700" b="1">
                <a:solidFill>
                  <a:srgbClr val="F4F6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700" b="1">
                <a:solidFill>
                  <a:srgbClr val="F4F6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1,020</a:t>
            </a:r>
          </a:p>
        </p:txBody>
      </p:sp>
      <p:sp>
        <p:nvSpPr>
          <p:cNvPr id="169" name="Text 169"/>
          <p:cNvSpPr txBox="1"/>
          <p:nvPr/>
        </p:nvSpPr>
        <p:spPr>
          <a:xfrm>
            <a:off x="7927848" y="2221992"/>
            <a:ext cx="640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页</a:t>
            </a:r>
          </a:p>
        </p:txBody>
      </p:sp>
      <p:sp>
        <p:nvSpPr>
          <p:cNvPr id="170" name="Text 170"/>
          <p:cNvSpPr txBox="1"/>
          <p:nvPr/>
        </p:nvSpPr>
        <p:spPr>
          <a:xfrm>
            <a:off x="8686800" y="2011680"/>
            <a:ext cx="20116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500" b="1">
                <a:solidFill>
                  <a:srgbClr val="F4F6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F4F6FF">
                    <a:alpha val="100000"/>
                  </a:srgbClr>
                </a:solidFill>
                <a:latin typeface="Aptos"/>
                <a:ea typeface="Aptos"/>
                <a:cs typeface="Aptos"/>
              </a:rPr>
              <a:t>版式</a:t>
            </a:r>
          </a:p>
        </p:txBody>
      </p:sp>
      <p:sp>
        <p:nvSpPr>
          <p:cNvPr id="171" name="Text 171"/>
          <p:cNvSpPr txBox="1"/>
          <p:nvPr/>
        </p:nvSpPr>
        <p:spPr>
          <a:xfrm>
            <a:off x="8001000" y="2532888"/>
            <a:ext cx="27432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20 类页面角色</a:t>
            </a:r>
          </a:p>
        </p:txBody>
      </p:sp>
      <p:sp>
        <p:nvSpPr>
          <p:cNvPr id="172" name="Shape 172"/>
          <p:cNvSpPr/>
          <p:nvPr/>
        </p:nvSpPr>
        <p:spPr>
          <a:xfrm>
            <a:off x="685800" y="3566160"/>
            <a:ext cx="4892040" cy="1325880"/>
          </a:xfrm>
          <a:prstGeom prst="roundRect">
            <a:avLst/>
          </a:prstGeom>
          <a:solidFill>
            <a:srgbClr val="151B29">
              <a:alpha val="100000"/>
            </a:srgbClr>
          </a:solidFill>
          <a:ln w="10160" cap="flat">
            <a:solidFill>
              <a:srgbClr val="323C58">
                <a:alpha val="100000"/>
              </a:srgbClr>
            </a:solidFill>
          </a:ln>
        </p:spPr>
      </p:sp>
      <p:sp>
        <p:nvSpPr>
          <p:cNvPr id="173" name="Text 173"/>
          <p:cNvSpPr txBox="1"/>
          <p:nvPr/>
        </p:nvSpPr>
        <p:spPr>
          <a:xfrm>
            <a:off x="960120" y="3794760"/>
            <a:ext cx="14173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700" b="1">
                <a:solidFill>
                  <a:srgbClr val="F4F6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700" b="1">
                <a:solidFill>
                  <a:srgbClr val="F4F6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8,576</a:t>
            </a:r>
          </a:p>
        </p:txBody>
      </p:sp>
      <p:sp>
        <p:nvSpPr>
          <p:cNvPr id="174" name="Text 174"/>
          <p:cNvSpPr txBox="1"/>
          <p:nvPr/>
        </p:nvSpPr>
        <p:spPr>
          <a:xfrm>
            <a:off x="2441448" y="4005072"/>
            <a:ext cx="640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个</a:t>
            </a:r>
          </a:p>
        </p:txBody>
      </p:sp>
      <p:sp>
        <p:nvSpPr>
          <p:cNvPr id="175" name="Text 175"/>
          <p:cNvSpPr txBox="1"/>
          <p:nvPr/>
        </p:nvSpPr>
        <p:spPr>
          <a:xfrm>
            <a:off x="3200400" y="3794760"/>
            <a:ext cx="20116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500" b="1">
                <a:solidFill>
                  <a:srgbClr val="F4F6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F4F6FF">
                    <a:alpha val="100000"/>
                  </a:srgbClr>
                </a:solidFill>
                <a:latin typeface="Aptos"/>
                <a:ea typeface="Aptos"/>
                <a:cs typeface="Aptos"/>
              </a:rPr>
              <a:t>控件</a:t>
            </a:r>
          </a:p>
        </p:txBody>
      </p:sp>
      <p:sp>
        <p:nvSpPr>
          <p:cNvPr id="176" name="Text 176"/>
          <p:cNvSpPr txBox="1"/>
          <p:nvPr/>
        </p:nvSpPr>
        <p:spPr>
          <a:xfrm>
            <a:off x="2514600" y="4315968"/>
            <a:ext cx="27432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支持布局、数量与配色调整</a:t>
            </a:r>
          </a:p>
        </p:txBody>
      </p:sp>
      <p:sp>
        <p:nvSpPr>
          <p:cNvPr id="177" name="Shape 177"/>
          <p:cNvSpPr/>
          <p:nvPr/>
        </p:nvSpPr>
        <p:spPr>
          <a:xfrm>
            <a:off x="6172200" y="3566160"/>
            <a:ext cx="4892040" cy="1325880"/>
          </a:xfrm>
          <a:prstGeom prst="roundRect">
            <a:avLst/>
          </a:prstGeom>
          <a:solidFill>
            <a:srgbClr val="151B29">
              <a:alpha val="100000"/>
            </a:srgbClr>
          </a:solidFill>
          <a:ln w="10160" cap="flat">
            <a:solidFill>
              <a:srgbClr val="323C58">
                <a:alpha val="100000"/>
              </a:srgbClr>
            </a:solidFill>
          </a:ln>
        </p:spPr>
      </p:sp>
      <p:sp>
        <p:nvSpPr>
          <p:cNvPr id="178" name="Text 178"/>
          <p:cNvSpPr txBox="1"/>
          <p:nvPr/>
        </p:nvSpPr>
        <p:spPr>
          <a:xfrm>
            <a:off x="6446520" y="3794760"/>
            <a:ext cx="14173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700" b="1">
                <a:solidFill>
                  <a:srgbClr val="F4F6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700" b="1">
                <a:solidFill>
                  <a:srgbClr val="F4F6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3 + 1</a:t>
            </a:r>
          </a:p>
        </p:txBody>
      </p:sp>
      <p:sp>
        <p:nvSpPr>
          <p:cNvPr id="179" name="Text 179"/>
          <p:cNvSpPr txBox="1"/>
          <p:nvPr/>
        </p:nvSpPr>
        <p:spPr>
          <a:xfrm>
            <a:off x="7927848" y="4005072"/>
            <a:ext cx="640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种</a:t>
            </a:r>
          </a:p>
        </p:txBody>
      </p:sp>
      <p:sp>
        <p:nvSpPr>
          <p:cNvPr id="180" name="Text 180"/>
          <p:cNvSpPr txBox="1"/>
          <p:nvPr/>
        </p:nvSpPr>
        <p:spPr>
          <a:xfrm>
            <a:off x="8686800" y="3794760"/>
            <a:ext cx="20116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500" b="1">
                <a:solidFill>
                  <a:srgbClr val="F4F6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F4F6FF">
                    <a:alpha val="100000"/>
                  </a:srgbClr>
                </a:solidFill>
                <a:latin typeface="Aptos"/>
                <a:ea typeface="Aptos"/>
                <a:cs typeface="Aptos"/>
              </a:rPr>
              <a:t>候选</a:t>
            </a:r>
          </a:p>
        </p:txBody>
      </p:sp>
      <p:sp>
        <p:nvSpPr>
          <p:cNvPr id="181" name="Text 181"/>
          <p:cNvSpPr txBox="1"/>
          <p:nvPr/>
        </p:nvSpPr>
        <p:spPr>
          <a:xfrm>
            <a:off x="8001000" y="4315968"/>
            <a:ext cx="27432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三套模板加一套 Agent 定制方案</a:t>
            </a:r>
          </a:p>
        </p:txBody>
      </p:sp>
      <p:sp>
        <p:nvSpPr>
          <p:cNvPr id="182" name="Text 182"/>
          <p:cNvSpPr txBox="1"/>
          <p:nvPr/>
        </p:nvSpPr>
        <p:spPr>
          <a:xfrm>
            <a:off x="731520" y="5532120"/>
            <a:ext cx="10789920" cy="38404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>
                <a:solidFill>
                  <a:srgbClr val="FFCC4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FFCC4D">
                    <a:alpha val="100000"/>
                  </a:srgbClr>
                </a:solidFill>
                <a:latin typeface="Aptos"/>
                <a:ea typeface="Aptos"/>
                <a:cs typeface="Aptos"/>
              </a:rPr>
              <a:t>规模化制作的关键，是让选择和调整都可复用。</a:t>
            </a:r>
          </a:p>
        </p:txBody>
      </p:sp>
      <p:sp>
        <p:nvSpPr>
          <p:cNvPr id="100003" name="Slide number 3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B0E17">
          <a:alpha val="100000"/>
        </a:srgbClr>
      </a:solidFill>
      <a:effectLst/>
    </p:bgPr>
  </p:bg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83"/>
          <p:cNvSpPr/>
          <p:nvPr/>
        </p:nvSpPr>
        <p:spPr>
          <a:xfrm>
            <a:off x="411480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184" name="Shape 184"/>
          <p:cNvSpPr/>
          <p:nvPr/>
        </p:nvSpPr>
        <p:spPr>
          <a:xfrm>
            <a:off x="1069848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185" name="Shape 185"/>
          <p:cNvSpPr/>
          <p:nvPr/>
        </p:nvSpPr>
        <p:spPr>
          <a:xfrm>
            <a:off x="1728216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186" name="Shape 186"/>
          <p:cNvSpPr/>
          <p:nvPr/>
        </p:nvSpPr>
        <p:spPr>
          <a:xfrm>
            <a:off x="2386584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187" name="Shape 187"/>
          <p:cNvSpPr/>
          <p:nvPr/>
        </p:nvSpPr>
        <p:spPr>
          <a:xfrm>
            <a:off x="3044952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188" name="Shape 188"/>
          <p:cNvSpPr/>
          <p:nvPr/>
        </p:nvSpPr>
        <p:spPr>
          <a:xfrm>
            <a:off x="3703320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189" name="Shape 189"/>
          <p:cNvSpPr/>
          <p:nvPr/>
        </p:nvSpPr>
        <p:spPr>
          <a:xfrm>
            <a:off x="4361688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190" name="Shape 190"/>
          <p:cNvSpPr/>
          <p:nvPr/>
        </p:nvSpPr>
        <p:spPr>
          <a:xfrm>
            <a:off x="5020056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191" name="Shape 191"/>
          <p:cNvSpPr/>
          <p:nvPr/>
        </p:nvSpPr>
        <p:spPr>
          <a:xfrm>
            <a:off x="5678424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192" name="Shape 192"/>
          <p:cNvSpPr/>
          <p:nvPr/>
        </p:nvSpPr>
        <p:spPr>
          <a:xfrm>
            <a:off x="6336792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193" name="Shape 193"/>
          <p:cNvSpPr/>
          <p:nvPr/>
        </p:nvSpPr>
        <p:spPr>
          <a:xfrm>
            <a:off x="6995160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194" name="Shape 194"/>
          <p:cNvSpPr/>
          <p:nvPr/>
        </p:nvSpPr>
        <p:spPr>
          <a:xfrm>
            <a:off x="7653528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195" name="Shape 195"/>
          <p:cNvSpPr/>
          <p:nvPr/>
        </p:nvSpPr>
        <p:spPr>
          <a:xfrm>
            <a:off x="8311896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196" name="Shape 196"/>
          <p:cNvSpPr/>
          <p:nvPr/>
        </p:nvSpPr>
        <p:spPr>
          <a:xfrm>
            <a:off x="8970264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197" name="Shape 197"/>
          <p:cNvSpPr/>
          <p:nvPr/>
        </p:nvSpPr>
        <p:spPr>
          <a:xfrm>
            <a:off x="9628632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198" name="Shape 198"/>
          <p:cNvSpPr/>
          <p:nvPr/>
        </p:nvSpPr>
        <p:spPr>
          <a:xfrm>
            <a:off x="10287000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199" name="Shape 199"/>
          <p:cNvSpPr/>
          <p:nvPr/>
        </p:nvSpPr>
        <p:spPr>
          <a:xfrm>
            <a:off x="10945368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200" name="Shape 200"/>
          <p:cNvSpPr/>
          <p:nvPr/>
        </p:nvSpPr>
        <p:spPr>
          <a:xfrm>
            <a:off x="11603736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201" name="Shape 201"/>
          <p:cNvSpPr/>
          <p:nvPr/>
        </p:nvSpPr>
        <p:spPr>
          <a:xfrm>
            <a:off x="347472" y="475488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202" name="Shape 202"/>
          <p:cNvSpPr/>
          <p:nvPr/>
        </p:nvSpPr>
        <p:spPr>
          <a:xfrm>
            <a:off x="347472" y="950976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203" name="Shape 203"/>
          <p:cNvSpPr/>
          <p:nvPr/>
        </p:nvSpPr>
        <p:spPr>
          <a:xfrm>
            <a:off x="347472" y="1426464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204" name="Shape 204"/>
          <p:cNvSpPr/>
          <p:nvPr/>
        </p:nvSpPr>
        <p:spPr>
          <a:xfrm>
            <a:off x="347472" y="1901952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205" name="Shape 205"/>
          <p:cNvSpPr/>
          <p:nvPr/>
        </p:nvSpPr>
        <p:spPr>
          <a:xfrm>
            <a:off x="347472" y="2377440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206" name="Shape 206"/>
          <p:cNvSpPr/>
          <p:nvPr/>
        </p:nvSpPr>
        <p:spPr>
          <a:xfrm>
            <a:off x="347472" y="2852928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207" name="Shape 207"/>
          <p:cNvSpPr/>
          <p:nvPr/>
        </p:nvSpPr>
        <p:spPr>
          <a:xfrm>
            <a:off x="347472" y="3328416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208" name="Shape 208"/>
          <p:cNvSpPr/>
          <p:nvPr/>
        </p:nvSpPr>
        <p:spPr>
          <a:xfrm>
            <a:off x="347472" y="3803904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209" name="Shape 209"/>
          <p:cNvSpPr/>
          <p:nvPr/>
        </p:nvSpPr>
        <p:spPr>
          <a:xfrm>
            <a:off x="347472" y="4279392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210" name="Shape 210"/>
          <p:cNvSpPr/>
          <p:nvPr/>
        </p:nvSpPr>
        <p:spPr>
          <a:xfrm>
            <a:off x="347472" y="4754880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211" name="Shape 211"/>
          <p:cNvSpPr/>
          <p:nvPr/>
        </p:nvSpPr>
        <p:spPr>
          <a:xfrm>
            <a:off x="347472" y="5230368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212" name="Shape 212"/>
          <p:cNvSpPr/>
          <p:nvPr/>
        </p:nvSpPr>
        <p:spPr>
          <a:xfrm>
            <a:off x="347472" y="5705856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213" name="Shape 213"/>
          <p:cNvSpPr/>
          <p:nvPr/>
        </p:nvSpPr>
        <p:spPr>
          <a:xfrm>
            <a:off x="347472" y="6181344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214" name="Shape 214"/>
          <p:cNvSpPr/>
          <p:nvPr/>
        </p:nvSpPr>
        <p:spPr>
          <a:xfrm>
            <a:off x="685800" y="6327648"/>
            <a:ext cx="10789920" cy="1"/>
          </a:xfrm>
          <a:prstGeom prst="line">
            <a:avLst/>
          </a:prstGeom>
          <a:noFill/>
          <a:ln w="17780" cap="flat">
            <a:solidFill>
              <a:srgbClr val="FFCC4D">
                <a:alpha val="100000"/>
              </a:srgbClr>
            </a:solidFill>
          </a:ln>
        </p:spPr>
      </p:sp>
      <p:sp>
        <p:nvSpPr>
          <p:cNvPr id="215" name="Shape 215"/>
          <p:cNvSpPr/>
          <p:nvPr/>
        </p:nvSpPr>
        <p:spPr>
          <a:xfrm>
            <a:off x="10899648" y="256032"/>
            <a:ext cx="146304" cy="146304"/>
          </a:xfrm>
          <a:prstGeom prst="ellipse">
            <a:avLst/>
          </a:prstGeom>
          <a:solidFill>
            <a:srgbClr val="FFCC4D">
              <a:alpha val="100000"/>
            </a:srgbClr>
          </a:solidFill>
          <a:ln w="0">
            <a:noFill/>
          </a:ln>
        </p:spPr>
      </p:sp>
      <p:sp>
        <p:nvSpPr>
          <p:cNvPr id="216" name="Text 216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9AA7C2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9AA7C2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theme06 · theme06_page083</a:t>
            </a:r>
          </a:p>
        </p:txBody>
      </p:sp>
      <p:sp>
        <p:nvSpPr>
          <p:cNvPr id="217" name="Text 217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深色图谱风</a:t>
            </a:r>
          </a:p>
        </p:txBody>
      </p:sp>
      <p:sp>
        <p:nvSpPr>
          <p:cNvPr id="218" name="Text 218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FFCC4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FFCC4D">
                    <a:alpha val="100000"/>
                  </a:srgbClr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219" name="Text 219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F4F6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F4F6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从需求到交付，工作流只有五步</a:t>
            </a:r>
          </a:p>
        </p:txBody>
      </p:sp>
      <p:sp>
        <p:nvSpPr>
          <p:cNvPr id="220" name="Text 220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明确需求、组织内容、选择结构、渲染预览、导出交付。</a:t>
            </a:r>
          </a:p>
        </p:txBody>
      </p:sp>
      <p:sp>
        <p:nvSpPr>
          <p:cNvPr id="221" name="Text 221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22" name="Shape 222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323C58">
                <a:alpha val="100000"/>
              </a:srgbClr>
            </a:solidFill>
          </a:ln>
        </p:spPr>
      </p:sp>
      <p:sp>
        <p:nvSpPr>
          <p:cNvPr id="223" name="Shape 223"/>
          <p:cNvSpPr/>
          <p:nvPr/>
        </p:nvSpPr>
        <p:spPr>
          <a:xfrm>
            <a:off x="960120" y="3017520"/>
            <a:ext cx="10149840" cy="1"/>
          </a:xfrm>
          <a:prstGeom prst="line">
            <a:avLst/>
          </a:prstGeom>
          <a:noFill/>
          <a:ln w="25400" cap="flat">
            <a:solidFill>
              <a:srgbClr val="323C58">
                <a:alpha val="100000"/>
              </a:srgbClr>
            </a:solidFill>
          </a:ln>
        </p:spPr>
      </p:sp>
      <p:sp>
        <p:nvSpPr>
          <p:cNvPr id="224" name="Shape 224"/>
          <p:cNvSpPr/>
          <p:nvPr/>
        </p:nvSpPr>
        <p:spPr>
          <a:xfrm>
            <a:off x="941832" y="2788920"/>
            <a:ext cx="457200" cy="457200"/>
          </a:xfrm>
          <a:prstGeom prst="roundRect">
            <a:avLst/>
          </a:prstGeom>
          <a:solidFill>
            <a:srgbClr val="0B0E17">
              <a:alpha val="100000"/>
            </a:srgbClr>
          </a:solidFill>
          <a:ln w="10160" cap="flat">
            <a:solidFill>
              <a:srgbClr val="FFCC4D">
                <a:alpha val="100000"/>
              </a:srgbClr>
            </a:solidFill>
          </a:ln>
        </p:spPr>
      </p:sp>
      <p:sp>
        <p:nvSpPr>
          <p:cNvPr id="225" name="Text 225"/>
          <p:cNvSpPr txBox="1"/>
          <p:nvPr/>
        </p:nvSpPr>
        <p:spPr>
          <a:xfrm>
            <a:off x="941832" y="2926080"/>
            <a:ext cx="4572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FFCC4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FFCC4D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26" name="Text 226"/>
          <p:cNvSpPr txBox="1"/>
          <p:nvPr/>
        </p:nvSpPr>
        <p:spPr>
          <a:xfrm>
            <a:off x="713232" y="3675888"/>
            <a:ext cx="17830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300" b="1">
                <a:solidFill>
                  <a:srgbClr val="F4F6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F4F6FF">
                    <a:alpha val="100000"/>
                  </a:srgbClr>
                </a:solidFill>
                <a:latin typeface="Aptos"/>
                <a:ea typeface="Aptos"/>
                <a:cs typeface="Aptos"/>
              </a:rPr>
              <a:t>01 需求</a:t>
            </a:r>
          </a:p>
        </p:txBody>
      </p:sp>
      <p:sp>
        <p:nvSpPr>
          <p:cNvPr id="227" name="Text 227"/>
          <p:cNvSpPr txBox="1"/>
          <p:nvPr/>
        </p:nvSpPr>
        <p:spPr>
          <a:xfrm>
            <a:off x="576072" y="4133088"/>
            <a:ext cx="2057400" cy="56692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主题、受众、页数、风格与格式</a:t>
            </a:r>
          </a:p>
        </p:txBody>
      </p:sp>
      <p:sp>
        <p:nvSpPr>
          <p:cNvPr id="228" name="Shape 228"/>
          <p:cNvSpPr/>
          <p:nvPr/>
        </p:nvSpPr>
        <p:spPr>
          <a:xfrm>
            <a:off x="3182112" y="2788920"/>
            <a:ext cx="457200" cy="457200"/>
          </a:xfrm>
          <a:prstGeom prst="roundRect">
            <a:avLst/>
          </a:prstGeom>
          <a:solidFill>
            <a:srgbClr val="0B0E17">
              <a:alpha val="100000"/>
            </a:srgbClr>
          </a:solidFill>
          <a:ln w="10160" cap="flat">
            <a:solidFill>
              <a:srgbClr val="FFCC4D">
                <a:alpha val="100000"/>
              </a:srgbClr>
            </a:solidFill>
          </a:ln>
        </p:spPr>
      </p:sp>
      <p:sp>
        <p:nvSpPr>
          <p:cNvPr id="229" name="Text 229"/>
          <p:cNvSpPr txBox="1"/>
          <p:nvPr/>
        </p:nvSpPr>
        <p:spPr>
          <a:xfrm>
            <a:off x="3182112" y="2926080"/>
            <a:ext cx="4572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FFCC4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FFCC4D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30" name="Text 230"/>
          <p:cNvSpPr txBox="1"/>
          <p:nvPr/>
        </p:nvSpPr>
        <p:spPr>
          <a:xfrm>
            <a:off x="2953512" y="3675888"/>
            <a:ext cx="17830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300" b="1">
                <a:solidFill>
                  <a:srgbClr val="F4F6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F4F6FF">
                    <a:alpha val="100000"/>
                  </a:srgbClr>
                </a:solidFill>
                <a:latin typeface="Aptos"/>
                <a:ea typeface="Aptos"/>
                <a:cs typeface="Aptos"/>
              </a:rPr>
              <a:t>02 内容</a:t>
            </a:r>
          </a:p>
        </p:txBody>
      </p:sp>
      <p:sp>
        <p:nvSpPr>
          <p:cNvPr id="231" name="Text 231"/>
          <p:cNvSpPr txBox="1"/>
          <p:nvPr/>
        </p:nvSpPr>
        <p:spPr>
          <a:xfrm>
            <a:off x="2816352" y="4133088"/>
            <a:ext cx="2057400" cy="56692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每页标题、结论、数字与事实源</a:t>
            </a:r>
          </a:p>
        </p:txBody>
      </p:sp>
      <p:sp>
        <p:nvSpPr>
          <p:cNvPr id="232" name="Shape 232"/>
          <p:cNvSpPr/>
          <p:nvPr/>
        </p:nvSpPr>
        <p:spPr>
          <a:xfrm>
            <a:off x="5422392" y="2788920"/>
            <a:ext cx="457200" cy="457200"/>
          </a:xfrm>
          <a:prstGeom prst="roundRect">
            <a:avLst/>
          </a:prstGeom>
          <a:solidFill>
            <a:srgbClr val="0B0E17">
              <a:alpha val="100000"/>
            </a:srgbClr>
          </a:solidFill>
          <a:ln w="10160" cap="flat">
            <a:solidFill>
              <a:srgbClr val="FFCC4D">
                <a:alpha val="100000"/>
              </a:srgbClr>
            </a:solidFill>
          </a:ln>
        </p:spPr>
      </p:sp>
      <p:sp>
        <p:nvSpPr>
          <p:cNvPr id="233" name="Text 233"/>
          <p:cNvSpPr txBox="1"/>
          <p:nvPr/>
        </p:nvSpPr>
        <p:spPr>
          <a:xfrm>
            <a:off x="5422392" y="2926080"/>
            <a:ext cx="4572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FFCC4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FFCC4D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34" name="Text 234"/>
          <p:cNvSpPr txBox="1"/>
          <p:nvPr/>
        </p:nvSpPr>
        <p:spPr>
          <a:xfrm>
            <a:off x="5193792" y="3675888"/>
            <a:ext cx="17830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300" b="1">
                <a:solidFill>
                  <a:srgbClr val="F4F6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F4F6FF">
                    <a:alpha val="100000"/>
                  </a:srgbClr>
                </a:solidFill>
                <a:latin typeface="Aptos"/>
                <a:ea typeface="Aptos"/>
                <a:cs typeface="Aptos"/>
              </a:rPr>
              <a:t>03–05 交付</a:t>
            </a:r>
          </a:p>
        </p:txBody>
      </p:sp>
      <p:sp>
        <p:nvSpPr>
          <p:cNvPr id="235" name="Text 235"/>
          <p:cNvSpPr txBox="1"/>
          <p:nvPr/>
        </p:nvSpPr>
        <p:spPr>
          <a:xfrm>
            <a:off x="5056632" y="4133088"/>
            <a:ext cx="2057400" cy="56692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结构选择、渲染校验与文件导出</a:t>
            </a:r>
          </a:p>
        </p:txBody>
      </p:sp>
      <p:sp>
        <p:nvSpPr>
          <p:cNvPr id="236" name="Text 236"/>
          <p:cNvSpPr txBox="1"/>
          <p:nvPr/>
        </p:nvSpPr>
        <p:spPr>
          <a:xfrm>
            <a:off x="731520" y="5577840"/>
            <a:ext cx="10789920" cy="36576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>
                <a:solidFill>
                  <a:srgbClr val="FFCC4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FFCC4D">
                    <a:alpha val="100000"/>
                  </a:srgbClr>
                </a:solidFill>
                <a:latin typeface="Aptos"/>
                <a:ea typeface="Aptos"/>
                <a:cs typeface="Aptos"/>
              </a:rPr>
              <a:t>把复杂制作拆成清晰步骤，团队更容易复用。</a:t>
            </a:r>
          </a:p>
        </p:txBody>
      </p:sp>
      <p:sp>
        <p:nvSpPr>
          <p:cNvPr id="100004" name="Slide number 4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B0E17">
          <a:alpha val="100000"/>
        </a:srgbClr>
      </a:solidFill>
      <a:effectLst/>
    </p:bgPr>
  </p:bg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237"/>
          <p:cNvSpPr/>
          <p:nvPr/>
        </p:nvSpPr>
        <p:spPr>
          <a:xfrm>
            <a:off x="411480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238" name="Shape 238"/>
          <p:cNvSpPr/>
          <p:nvPr/>
        </p:nvSpPr>
        <p:spPr>
          <a:xfrm>
            <a:off x="1069848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239" name="Shape 239"/>
          <p:cNvSpPr/>
          <p:nvPr/>
        </p:nvSpPr>
        <p:spPr>
          <a:xfrm>
            <a:off x="1728216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240" name="Shape 240"/>
          <p:cNvSpPr/>
          <p:nvPr/>
        </p:nvSpPr>
        <p:spPr>
          <a:xfrm>
            <a:off x="2386584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241" name="Shape 241"/>
          <p:cNvSpPr/>
          <p:nvPr/>
        </p:nvSpPr>
        <p:spPr>
          <a:xfrm>
            <a:off x="3044952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242" name="Shape 242"/>
          <p:cNvSpPr/>
          <p:nvPr/>
        </p:nvSpPr>
        <p:spPr>
          <a:xfrm>
            <a:off x="3703320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243" name="Shape 243"/>
          <p:cNvSpPr/>
          <p:nvPr/>
        </p:nvSpPr>
        <p:spPr>
          <a:xfrm>
            <a:off x="4361688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244" name="Shape 244"/>
          <p:cNvSpPr/>
          <p:nvPr/>
        </p:nvSpPr>
        <p:spPr>
          <a:xfrm>
            <a:off x="5020056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245" name="Shape 245"/>
          <p:cNvSpPr/>
          <p:nvPr/>
        </p:nvSpPr>
        <p:spPr>
          <a:xfrm>
            <a:off x="5678424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246" name="Shape 246"/>
          <p:cNvSpPr/>
          <p:nvPr/>
        </p:nvSpPr>
        <p:spPr>
          <a:xfrm>
            <a:off x="6336792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247" name="Shape 247"/>
          <p:cNvSpPr/>
          <p:nvPr/>
        </p:nvSpPr>
        <p:spPr>
          <a:xfrm>
            <a:off x="6995160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248" name="Shape 248"/>
          <p:cNvSpPr/>
          <p:nvPr/>
        </p:nvSpPr>
        <p:spPr>
          <a:xfrm>
            <a:off x="7653528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249" name="Shape 249"/>
          <p:cNvSpPr/>
          <p:nvPr/>
        </p:nvSpPr>
        <p:spPr>
          <a:xfrm>
            <a:off x="8311896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250" name="Shape 250"/>
          <p:cNvSpPr/>
          <p:nvPr/>
        </p:nvSpPr>
        <p:spPr>
          <a:xfrm>
            <a:off x="8970264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251" name="Shape 251"/>
          <p:cNvSpPr/>
          <p:nvPr/>
        </p:nvSpPr>
        <p:spPr>
          <a:xfrm>
            <a:off x="9628632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252" name="Shape 252"/>
          <p:cNvSpPr/>
          <p:nvPr/>
        </p:nvSpPr>
        <p:spPr>
          <a:xfrm>
            <a:off x="10287000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253" name="Shape 253"/>
          <p:cNvSpPr/>
          <p:nvPr/>
        </p:nvSpPr>
        <p:spPr>
          <a:xfrm>
            <a:off x="10945368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254" name="Shape 254"/>
          <p:cNvSpPr/>
          <p:nvPr/>
        </p:nvSpPr>
        <p:spPr>
          <a:xfrm>
            <a:off x="11603736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255" name="Shape 255"/>
          <p:cNvSpPr/>
          <p:nvPr/>
        </p:nvSpPr>
        <p:spPr>
          <a:xfrm>
            <a:off x="347472" y="475488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256" name="Shape 256"/>
          <p:cNvSpPr/>
          <p:nvPr/>
        </p:nvSpPr>
        <p:spPr>
          <a:xfrm>
            <a:off x="347472" y="950976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257" name="Shape 257"/>
          <p:cNvSpPr/>
          <p:nvPr/>
        </p:nvSpPr>
        <p:spPr>
          <a:xfrm>
            <a:off x="347472" y="1426464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258" name="Shape 258"/>
          <p:cNvSpPr/>
          <p:nvPr/>
        </p:nvSpPr>
        <p:spPr>
          <a:xfrm>
            <a:off x="347472" y="1901952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259" name="Shape 259"/>
          <p:cNvSpPr/>
          <p:nvPr/>
        </p:nvSpPr>
        <p:spPr>
          <a:xfrm>
            <a:off x="347472" y="2377440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260" name="Shape 260"/>
          <p:cNvSpPr/>
          <p:nvPr/>
        </p:nvSpPr>
        <p:spPr>
          <a:xfrm>
            <a:off x="347472" y="2852928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261" name="Shape 261"/>
          <p:cNvSpPr/>
          <p:nvPr/>
        </p:nvSpPr>
        <p:spPr>
          <a:xfrm>
            <a:off x="347472" y="3328416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262" name="Shape 262"/>
          <p:cNvSpPr/>
          <p:nvPr/>
        </p:nvSpPr>
        <p:spPr>
          <a:xfrm>
            <a:off x="347472" y="3803904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263" name="Shape 263"/>
          <p:cNvSpPr/>
          <p:nvPr/>
        </p:nvSpPr>
        <p:spPr>
          <a:xfrm>
            <a:off x="347472" y="4279392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264" name="Shape 264"/>
          <p:cNvSpPr/>
          <p:nvPr/>
        </p:nvSpPr>
        <p:spPr>
          <a:xfrm>
            <a:off x="347472" y="4754880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265" name="Shape 265"/>
          <p:cNvSpPr/>
          <p:nvPr/>
        </p:nvSpPr>
        <p:spPr>
          <a:xfrm>
            <a:off x="347472" y="5230368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266" name="Shape 266"/>
          <p:cNvSpPr/>
          <p:nvPr/>
        </p:nvSpPr>
        <p:spPr>
          <a:xfrm>
            <a:off x="347472" y="5705856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267" name="Shape 267"/>
          <p:cNvSpPr/>
          <p:nvPr/>
        </p:nvSpPr>
        <p:spPr>
          <a:xfrm>
            <a:off x="347472" y="6181344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268" name="Shape 268"/>
          <p:cNvSpPr/>
          <p:nvPr/>
        </p:nvSpPr>
        <p:spPr>
          <a:xfrm>
            <a:off x="685800" y="6327648"/>
            <a:ext cx="10789920" cy="1"/>
          </a:xfrm>
          <a:prstGeom prst="line">
            <a:avLst/>
          </a:prstGeom>
          <a:noFill/>
          <a:ln w="17780" cap="flat">
            <a:solidFill>
              <a:srgbClr val="FFCC4D">
                <a:alpha val="100000"/>
              </a:srgbClr>
            </a:solidFill>
          </a:ln>
        </p:spPr>
      </p:sp>
      <p:sp>
        <p:nvSpPr>
          <p:cNvPr id="269" name="Shape 269"/>
          <p:cNvSpPr/>
          <p:nvPr/>
        </p:nvSpPr>
        <p:spPr>
          <a:xfrm>
            <a:off x="10899648" y="256032"/>
            <a:ext cx="146304" cy="146304"/>
          </a:xfrm>
          <a:prstGeom prst="ellipse">
            <a:avLst/>
          </a:prstGeom>
          <a:solidFill>
            <a:srgbClr val="FFCC4D">
              <a:alpha val="100000"/>
            </a:srgbClr>
          </a:solidFill>
          <a:ln w="0">
            <a:noFill/>
          </a:ln>
        </p:spPr>
      </p:sp>
      <p:sp>
        <p:nvSpPr>
          <p:cNvPr id="270" name="Text 270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9AA7C2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9AA7C2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theme06 · theme06_page008</a:t>
            </a:r>
          </a:p>
        </p:txBody>
      </p:sp>
      <p:sp>
        <p:nvSpPr>
          <p:cNvPr id="271" name="Text 271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深色图谱风</a:t>
            </a:r>
          </a:p>
        </p:txBody>
      </p:sp>
      <p:sp>
        <p:nvSpPr>
          <p:cNvPr id="272" name="Text 272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FFCC4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FFCC4D">
                    <a:alpha val="100000"/>
                  </a:srgbClr>
                </a:solidFill>
                <a:latin typeface="Aptos"/>
                <a:ea typeface="Aptos"/>
                <a:cs typeface="Aptos"/>
              </a:rPr>
              <a:t>TEMPLATE PHILOSOPHY</a:t>
            </a:r>
          </a:p>
        </p:txBody>
      </p:sp>
      <p:sp>
        <p:nvSpPr>
          <p:cNvPr id="273" name="Text 273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F4F6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F4F6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模板是稳定的起点</a:t>
            </a:r>
          </a:p>
        </p:txBody>
      </p:sp>
      <p:sp>
        <p:nvSpPr>
          <p:cNvPr id="274" name="Text 274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保留系统，释放内容。</a:t>
            </a:r>
          </a:p>
        </p:txBody>
      </p:sp>
      <p:sp>
        <p:nvSpPr>
          <p:cNvPr id="275" name="Text 275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76" name="Shape 276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323C58">
                <a:alpha val="100000"/>
              </a:srgbClr>
            </a:solidFill>
          </a:ln>
        </p:spPr>
      </p:sp>
      <p:sp>
        <p:nvSpPr>
          <p:cNvPr id="277" name="Shape 277"/>
          <p:cNvSpPr/>
          <p:nvPr/>
        </p:nvSpPr>
        <p:spPr>
          <a:xfrm>
            <a:off x="685800" y="1783080"/>
            <a:ext cx="5212080" cy="3611880"/>
          </a:xfrm>
          <a:prstGeom prst="roundRect">
            <a:avLst/>
          </a:prstGeom>
          <a:solidFill>
            <a:srgbClr val="151B29">
              <a:alpha val="100000"/>
            </a:srgbClr>
          </a:solidFill>
          <a:ln w="10160" cap="flat">
            <a:solidFill>
              <a:srgbClr val="323C58">
                <a:alpha val="100000"/>
              </a:srgbClr>
            </a:solidFill>
          </a:ln>
        </p:spPr>
      </p:sp>
      <p:sp>
        <p:nvSpPr>
          <p:cNvPr id="278" name="Shape 278"/>
          <p:cNvSpPr/>
          <p:nvPr/>
        </p:nvSpPr>
        <p:spPr>
          <a:xfrm>
            <a:off x="6309360" y="1783080"/>
            <a:ext cx="5212080" cy="3611880"/>
          </a:xfrm>
          <a:prstGeom prst="roundRect">
            <a:avLst/>
          </a:prstGeom>
          <a:solidFill>
            <a:srgbClr val="1D2538">
              <a:alpha val="100000"/>
            </a:srgbClr>
          </a:solidFill>
          <a:ln w="10160" cap="flat">
            <a:solidFill>
              <a:srgbClr val="FFCC4D">
                <a:alpha val="100000"/>
              </a:srgbClr>
            </a:solidFill>
          </a:ln>
        </p:spPr>
      </p:sp>
      <p:sp>
        <p:nvSpPr>
          <p:cNvPr id="279" name="Text 279"/>
          <p:cNvSpPr txBox="1"/>
          <p:nvPr/>
        </p:nvSpPr>
        <p:spPr>
          <a:xfrm>
            <a:off x="1005840" y="2084832"/>
            <a:ext cx="2011680" cy="3200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F4F6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F4F6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手工制作</a:t>
            </a:r>
          </a:p>
        </p:txBody>
      </p:sp>
      <p:sp>
        <p:nvSpPr>
          <p:cNvPr id="280" name="Text 280"/>
          <p:cNvSpPr txBox="1"/>
          <p:nvPr/>
        </p:nvSpPr>
        <p:spPr>
          <a:xfrm>
            <a:off x="6629400" y="2084832"/>
            <a:ext cx="2560320" cy="3200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FFCC4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FFCC4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AGENT + MCP</a:t>
            </a:r>
          </a:p>
        </p:txBody>
      </p:sp>
      <p:sp>
        <p:nvSpPr>
          <p:cNvPr id="281" name="Shape 281"/>
          <p:cNvSpPr/>
          <p:nvPr/>
        </p:nvSpPr>
        <p:spPr>
          <a:xfrm>
            <a:off x="1005840" y="2761488"/>
            <a:ext cx="109728" cy="109728"/>
          </a:xfrm>
          <a:prstGeom prst="roundRect">
            <a:avLst/>
          </a:prstGeom>
          <a:solidFill>
            <a:srgbClr val="9AA7C2">
              <a:alpha val="100000"/>
            </a:srgbClr>
          </a:solidFill>
          <a:ln w="10160" cap="flat">
            <a:solidFill>
              <a:srgbClr val="9AA7C2">
                <a:alpha val="100000"/>
              </a:srgbClr>
            </a:solidFill>
          </a:ln>
        </p:spPr>
      </p:sp>
      <p:sp>
        <p:nvSpPr>
          <p:cNvPr id="282" name="Text 282"/>
          <p:cNvSpPr txBox="1"/>
          <p:nvPr/>
        </p:nvSpPr>
        <p:spPr>
          <a:xfrm>
            <a:off x="1261872" y="2724912"/>
            <a:ext cx="411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 b="1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保留系统</a:t>
            </a:r>
          </a:p>
        </p:txBody>
      </p:sp>
      <p:sp>
        <p:nvSpPr>
          <p:cNvPr id="283" name="Text 283"/>
          <p:cNvSpPr txBox="1"/>
          <p:nvPr/>
        </p:nvSpPr>
        <p:spPr>
          <a:xfrm>
            <a:off x="1261872" y="3072384"/>
            <a:ext cx="402336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字体、色彩、间距和组件保持统一</a:t>
            </a:r>
          </a:p>
        </p:txBody>
      </p:sp>
      <p:sp>
        <p:nvSpPr>
          <p:cNvPr id="284" name="Shape 284"/>
          <p:cNvSpPr/>
          <p:nvPr/>
        </p:nvSpPr>
        <p:spPr>
          <a:xfrm>
            <a:off x="1005840" y="3785616"/>
            <a:ext cx="109728" cy="109728"/>
          </a:xfrm>
          <a:prstGeom prst="roundRect">
            <a:avLst/>
          </a:prstGeom>
          <a:solidFill>
            <a:srgbClr val="9AA7C2">
              <a:alpha val="100000"/>
            </a:srgbClr>
          </a:solidFill>
          <a:ln w="10160" cap="flat">
            <a:solidFill>
              <a:srgbClr val="9AA7C2">
                <a:alpha val="100000"/>
              </a:srgbClr>
            </a:solidFill>
          </a:ln>
        </p:spPr>
      </p:sp>
      <p:sp>
        <p:nvSpPr>
          <p:cNvPr id="285" name="Text 285"/>
          <p:cNvSpPr txBox="1"/>
          <p:nvPr/>
        </p:nvSpPr>
        <p:spPr>
          <a:xfrm>
            <a:off x="1261872" y="3749040"/>
            <a:ext cx="411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 b="1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快速迭代</a:t>
            </a:r>
          </a:p>
        </p:txBody>
      </p:sp>
      <p:sp>
        <p:nvSpPr>
          <p:cNvPr id="286" name="Text 286"/>
          <p:cNvSpPr txBox="1"/>
          <p:nvPr/>
        </p:nvSpPr>
        <p:spPr>
          <a:xfrm>
            <a:off x="1261872" y="4096512"/>
            <a:ext cx="402336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不满意时可换版式、换主题、再导出</a:t>
            </a:r>
          </a:p>
        </p:txBody>
      </p:sp>
      <p:sp>
        <p:nvSpPr>
          <p:cNvPr id="287" name="Shape 287"/>
          <p:cNvSpPr/>
          <p:nvPr/>
        </p:nvSpPr>
        <p:spPr>
          <a:xfrm>
            <a:off x="6629400" y="2761488"/>
            <a:ext cx="109728" cy="109728"/>
          </a:xfrm>
          <a:prstGeom prst="roundRect">
            <a:avLst/>
          </a:prstGeom>
          <a:solidFill>
            <a:srgbClr val="FFCC4D">
              <a:alpha val="100000"/>
            </a:srgbClr>
          </a:solidFill>
          <a:ln w="10160" cap="flat">
            <a:solidFill>
              <a:srgbClr val="FFCC4D">
                <a:alpha val="100000"/>
              </a:srgbClr>
            </a:solidFill>
          </a:ln>
        </p:spPr>
      </p:sp>
      <p:sp>
        <p:nvSpPr>
          <p:cNvPr id="288" name="Text 288"/>
          <p:cNvSpPr txBox="1"/>
          <p:nvPr/>
        </p:nvSpPr>
        <p:spPr>
          <a:xfrm>
            <a:off x="6885432" y="2724912"/>
            <a:ext cx="411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 b="1">
                <a:solidFill>
                  <a:srgbClr val="F4F6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F4F6FF">
                    <a:alpha val="100000"/>
                  </a:srgbClr>
                </a:solidFill>
                <a:latin typeface="Aptos"/>
                <a:ea typeface="Aptos"/>
                <a:cs typeface="Aptos"/>
              </a:rPr>
              <a:t>聚焦内容</a:t>
            </a:r>
          </a:p>
        </p:txBody>
      </p:sp>
      <p:sp>
        <p:nvSpPr>
          <p:cNvPr id="289" name="Text 289"/>
          <p:cNvSpPr txBox="1"/>
          <p:nvPr/>
        </p:nvSpPr>
        <p:spPr>
          <a:xfrm>
            <a:off x="6885432" y="3072384"/>
            <a:ext cx="402336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只替换文案、数据和页面重点</a:t>
            </a:r>
          </a:p>
        </p:txBody>
      </p:sp>
      <p:sp>
        <p:nvSpPr>
          <p:cNvPr id="290" name="Shape 290"/>
          <p:cNvSpPr/>
          <p:nvPr/>
        </p:nvSpPr>
        <p:spPr>
          <a:xfrm>
            <a:off x="6629400" y="3785616"/>
            <a:ext cx="109728" cy="109728"/>
          </a:xfrm>
          <a:prstGeom prst="roundRect">
            <a:avLst/>
          </a:prstGeom>
          <a:solidFill>
            <a:srgbClr val="FFCC4D">
              <a:alpha val="100000"/>
            </a:srgbClr>
          </a:solidFill>
          <a:ln w="10160" cap="flat">
            <a:solidFill>
              <a:srgbClr val="FFCC4D">
                <a:alpha val="100000"/>
              </a:srgbClr>
            </a:solidFill>
          </a:ln>
        </p:spPr>
      </p:sp>
      <p:sp>
        <p:nvSpPr>
          <p:cNvPr id="291" name="Text 291"/>
          <p:cNvSpPr txBox="1"/>
          <p:nvPr/>
        </p:nvSpPr>
        <p:spPr>
          <a:xfrm>
            <a:off x="6885432" y="3749040"/>
            <a:ext cx="411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 b="1">
                <a:solidFill>
                  <a:srgbClr val="F4F6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F4F6FF">
                    <a:alpha val="100000"/>
                  </a:srgbClr>
                </a:solidFill>
                <a:latin typeface="Aptos"/>
                <a:ea typeface="Aptos"/>
                <a:cs typeface="Aptos"/>
              </a:rPr>
              <a:t>源文件可交接</a:t>
            </a:r>
          </a:p>
        </p:txBody>
      </p:sp>
      <p:sp>
        <p:nvSpPr>
          <p:cNvPr id="292" name="Text 292"/>
          <p:cNvSpPr txBox="1"/>
          <p:nvPr/>
        </p:nvSpPr>
        <p:spPr>
          <a:xfrm>
            <a:off x="6885432" y="4096512"/>
            <a:ext cx="402336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293" name="Text 293"/>
          <p:cNvSpPr txBox="1"/>
          <p:nvPr/>
        </p:nvSpPr>
        <p:spPr>
          <a:xfrm>
            <a:off x="731520" y="5715000"/>
            <a:ext cx="10789920" cy="3200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>
                <a:solidFill>
                  <a:srgbClr val="FFCC4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FFCC4D">
                    <a:alpha val="100000"/>
                  </a:srgbClr>
                </a:solidFill>
                <a:latin typeface="Aptos"/>
                <a:ea typeface="Aptos"/>
                <a:cs typeface="Aptos"/>
              </a:rPr>
              <a:t>稳定边界，换来快速迭代。</a:t>
            </a:r>
          </a:p>
        </p:txBody>
      </p:sp>
      <p:sp>
        <p:nvSpPr>
          <p:cNvPr id="100005" name="Slide number 5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B0E17">
          <a:alpha val="100000"/>
        </a:srgbClr>
      </a:solidFill>
      <a:effectLst/>
    </p:bgPr>
  </p:bg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Shape 294"/>
          <p:cNvSpPr/>
          <p:nvPr/>
        </p:nvSpPr>
        <p:spPr>
          <a:xfrm>
            <a:off x="411480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295" name="Shape 295"/>
          <p:cNvSpPr/>
          <p:nvPr/>
        </p:nvSpPr>
        <p:spPr>
          <a:xfrm>
            <a:off x="1069848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296" name="Shape 296"/>
          <p:cNvSpPr/>
          <p:nvPr/>
        </p:nvSpPr>
        <p:spPr>
          <a:xfrm>
            <a:off x="1728216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297" name="Shape 297"/>
          <p:cNvSpPr/>
          <p:nvPr/>
        </p:nvSpPr>
        <p:spPr>
          <a:xfrm>
            <a:off x="2386584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298" name="Shape 298"/>
          <p:cNvSpPr/>
          <p:nvPr/>
        </p:nvSpPr>
        <p:spPr>
          <a:xfrm>
            <a:off x="3044952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299" name="Shape 299"/>
          <p:cNvSpPr/>
          <p:nvPr/>
        </p:nvSpPr>
        <p:spPr>
          <a:xfrm>
            <a:off x="3703320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300" name="Shape 300"/>
          <p:cNvSpPr/>
          <p:nvPr/>
        </p:nvSpPr>
        <p:spPr>
          <a:xfrm>
            <a:off x="4361688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301" name="Shape 301"/>
          <p:cNvSpPr/>
          <p:nvPr/>
        </p:nvSpPr>
        <p:spPr>
          <a:xfrm>
            <a:off x="5020056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302" name="Shape 302"/>
          <p:cNvSpPr/>
          <p:nvPr/>
        </p:nvSpPr>
        <p:spPr>
          <a:xfrm>
            <a:off x="5678424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303" name="Shape 303"/>
          <p:cNvSpPr/>
          <p:nvPr/>
        </p:nvSpPr>
        <p:spPr>
          <a:xfrm>
            <a:off x="6336792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304" name="Shape 304"/>
          <p:cNvSpPr/>
          <p:nvPr/>
        </p:nvSpPr>
        <p:spPr>
          <a:xfrm>
            <a:off x="6995160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305" name="Shape 305"/>
          <p:cNvSpPr/>
          <p:nvPr/>
        </p:nvSpPr>
        <p:spPr>
          <a:xfrm>
            <a:off x="7653528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306" name="Shape 306"/>
          <p:cNvSpPr/>
          <p:nvPr/>
        </p:nvSpPr>
        <p:spPr>
          <a:xfrm>
            <a:off x="8311896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307" name="Shape 307"/>
          <p:cNvSpPr/>
          <p:nvPr/>
        </p:nvSpPr>
        <p:spPr>
          <a:xfrm>
            <a:off x="8970264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308" name="Shape 308"/>
          <p:cNvSpPr/>
          <p:nvPr/>
        </p:nvSpPr>
        <p:spPr>
          <a:xfrm>
            <a:off x="9628632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309" name="Shape 309"/>
          <p:cNvSpPr/>
          <p:nvPr/>
        </p:nvSpPr>
        <p:spPr>
          <a:xfrm>
            <a:off x="10287000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310" name="Shape 310"/>
          <p:cNvSpPr/>
          <p:nvPr/>
        </p:nvSpPr>
        <p:spPr>
          <a:xfrm>
            <a:off x="10945368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311" name="Shape 311"/>
          <p:cNvSpPr/>
          <p:nvPr/>
        </p:nvSpPr>
        <p:spPr>
          <a:xfrm>
            <a:off x="11603736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312" name="Shape 312"/>
          <p:cNvSpPr/>
          <p:nvPr/>
        </p:nvSpPr>
        <p:spPr>
          <a:xfrm>
            <a:off x="347472" y="475488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313" name="Shape 313"/>
          <p:cNvSpPr/>
          <p:nvPr/>
        </p:nvSpPr>
        <p:spPr>
          <a:xfrm>
            <a:off x="347472" y="950976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314" name="Shape 314"/>
          <p:cNvSpPr/>
          <p:nvPr/>
        </p:nvSpPr>
        <p:spPr>
          <a:xfrm>
            <a:off x="347472" y="1426464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315" name="Shape 315"/>
          <p:cNvSpPr/>
          <p:nvPr/>
        </p:nvSpPr>
        <p:spPr>
          <a:xfrm>
            <a:off x="347472" y="1901952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316" name="Shape 316"/>
          <p:cNvSpPr/>
          <p:nvPr/>
        </p:nvSpPr>
        <p:spPr>
          <a:xfrm>
            <a:off x="347472" y="2377440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317" name="Shape 317"/>
          <p:cNvSpPr/>
          <p:nvPr/>
        </p:nvSpPr>
        <p:spPr>
          <a:xfrm>
            <a:off x="347472" y="2852928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318" name="Shape 318"/>
          <p:cNvSpPr/>
          <p:nvPr/>
        </p:nvSpPr>
        <p:spPr>
          <a:xfrm>
            <a:off x="347472" y="3328416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319" name="Shape 319"/>
          <p:cNvSpPr/>
          <p:nvPr/>
        </p:nvSpPr>
        <p:spPr>
          <a:xfrm>
            <a:off x="347472" y="3803904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320" name="Shape 320"/>
          <p:cNvSpPr/>
          <p:nvPr/>
        </p:nvSpPr>
        <p:spPr>
          <a:xfrm>
            <a:off x="347472" y="4279392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321" name="Shape 321"/>
          <p:cNvSpPr/>
          <p:nvPr/>
        </p:nvSpPr>
        <p:spPr>
          <a:xfrm>
            <a:off x="347472" y="4754880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322" name="Shape 322"/>
          <p:cNvSpPr/>
          <p:nvPr/>
        </p:nvSpPr>
        <p:spPr>
          <a:xfrm>
            <a:off x="347472" y="5230368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323" name="Shape 323"/>
          <p:cNvSpPr/>
          <p:nvPr/>
        </p:nvSpPr>
        <p:spPr>
          <a:xfrm>
            <a:off x="347472" y="5705856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324" name="Shape 324"/>
          <p:cNvSpPr/>
          <p:nvPr/>
        </p:nvSpPr>
        <p:spPr>
          <a:xfrm>
            <a:off x="347472" y="6181344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325" name="Shape 325"/>
          <p:cNvSpPr/>
          <p:nvPr/>
        </p:nvSpPr>
        <p:spPr>
          <a:xfrm>
            <a:off x="685800" y="6327648"/>
            <a:ext cx="10789920" cy="1"/>
          </a:xfrm>
          <a:prstGeom prst="line">
            <a:avLst/>
          </a:prstGeom>
          <a:noFill/>
          <a:ln w="17780" cap="flat">
            <a:solidFill>
              <a:srgbClr val="FFCC4D">
                <a:alpha val="100000"/>
              </a:srgbClr>
            </a:solidFill>
          </a:ln>
        </p:spPr>
      </p:sp>
      <p:sp>
        <p:nvSpPr>
          <p:cNvPr id="326" name="Shape 326"/>
          <p:cNvSpPr/>
          <p:nvPr/>
        </p:nvSpPr>
        <p:spPr>
          <a:xfrm>
            <a:off x="10899648" y="256032"/>
            <a:ext cx="146304" cy="146304"/>
          </a:xfrm>
          <a:prstGeom prst="ellipse">
            <a:avLst/>
          </a:prstGeom>
          <a:solidFill>
            <a:srgbClr val="FFCC4D">
              <a:alpha val="100000"/>
            </a:srgbClr>
          </a:solidFill>
          <a:ln w="0">
            <a:noFill/>
          </a:ln>
        </p:spPr>
      </p:sp>
      <p:sp>
        <p:nvSpPr>
          <p:cNvPr id="327" name="Text 327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9AA7C2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9AA7C2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theme06 · theme06_page081</a:t>
            </a:r>
          </a:p>
        </p:txBody>
      </p:sp>
      <p:sp>
        <p:nvSpPr>
          <p:cNvPr id="328" name="Text 328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深色图谱风</a:t>
            </a:r>
          </a:p>
        </p:txBody>
      </p:sp>
      <p:sp>
        <p:nvSpPr>
          <p:cNvPr id="329" name="Text 329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FFCC4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FFCC4D">
                    <a:alpha val="100000"/>
                  </a:srgbClr>
                </a:solidFill>
                <a:latin typeface="Aptos"/>
                <a:ea typeface="Aptos"/>
                <a:cs typeface="Aptos"/>
              </a:rPr>
              <a:t>AUTOMATION</a:t>
            </a:r>
          </a:p>
        </p:txBody>
      </p:sp>
      <p:sp>
        <p:nvSpPr>
          <p:cNvPr id="330" name="Text 330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F4F6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F4F6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从内容到成品，自动化逐层增加</a:t>
            </a:r>
          </a:p>
        </p:txBody>
      </p:sp>
      <p:sp>
        <p:nvSpPr>
          <p:cNvPr id="331" name="Text 331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查询、渲染、预览和导出让重复性工作交给工具完成。</a:t>
            </a:r>
          </a:p>
        </p:txBody>
      </p:sp>
      <p:sp>
        <p:nvSpPr>
          <p:cNvPr id="332" name="Text 332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33" name="Shape 333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323C58">
                <a:alpha val="100000"/>
              </a:srgbClr>
            </a:solidFill>
          </a:ln>
        </p:spPr>
      </p:sp>
      <p:sp>
        <p:nvSpPr>
          <p:cNvPr id="334" name="Text 334"/>
          <p:cNvSpPr txBox="1"/>
          <p:nvPr/>
        </p:nvSpPr>
        <p:spPr>
          <a:xfrm>
            <a:off x="749808" y="1673352"/>
            <a:ext cx="2926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AUTOMATION MATURITY</a:t>
            </a:r>
          </a:p>
        </p:txBody>
      </p:sp>
      <p:sp>
        <p:nvSpPr>
          <p:cNvPr id="335" name="Shape 335"/>
          <p:cNvSpPr/>
          <p:nvPr/>
        </p:nvSpPr>
        <p:spPr>
          <a:xfrm>
            <a:off x="960120" y="4800600"/>
            <a:ext cx="6858000" cy="1"/>
          </a:xfrm>
          <a:prstGeom prst="line">
            <a:avLst/>
          </a:prstGeom>
          <a:noFill/>
          <a:ln w="12700" cap="flat">
            <a:solidFill>
              <a:srgbClr val="323C58">
                <a:alpha val="100000"/>
              </a:srgbClr>
            </a:solidFill>
          </a:ln>
        </p:spPr>
      </p:sp>
      <p:sp>
        <p:nvSpPr>
          <p:cNvPr id="336" name="Shape 336"/>
          <p:cNvSpPr/>
          <p:nvPr/>
        </p:nvSpPr>
        <p:spPr>
          <a:xfrm>
            <a:off x="960120" y="2011680"/>
            <a:ext cx="1" cy="2788920"/>
          </a:xfrm>
          <a:prstGeom prst="line">
            <a:avLst/>
          </a:prstGeom>
          <a:noFill/>
          <a:ln w="12700" cap="flat">
            <a:solidFill>
              <a:srgbClr val="323C58">
                <a:alpha val="100000"/>
              </a:srgbClr>
            </a:solidFill>
          </a:ln>
        </p:spPr>
      </p:sp>
      <p:sp>
        <p:nvSpPr>
          <p:cNvPr id="337" name="Shape 337"/>
          <p:cNvSpPr/>
          <p:nvPr/>
        </p:nvSpPr>
        <p:spPr>
          <a:xfrm>
            <a:off x="960120" y="4800600"/>
            <a:ext cx="6858000" cy="1"/>
          </a:xfrm>
          <a:prstGeom prst="line">
            <a:avLst/>
          </a:prstGeom>
          <a:noFill/>
          <a:ln w="6350" cap="flat">
            <a:solidFill>
              <a:srgbClr val="323C58">
                <a:alpha val="55000"/>
              </a:srgbClr>
            </a:solidFill>
          </a:ln>
        </p:spPr>
      </p:sp>
      <p:sp>
        <p:nvSpPr>
          <p:cNvPr id="338" name="Text 338"/>
          <p:cNvSpPr txBox="1"/>
          <p:nvPr/>
        </p:nvSpPr>
        <p:spPr>
          <a:xfrm>
            <a:off x="594360" y="472744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339" name="Shape 339"/>
          <p:cNvSpPr/>
          <p:nvPr/>
        </p:nvSpPr>
        <p:spPr>
          <a:xfrm>
            <a:off x="960120" y="4103370"/>
            <a:ext cx="6858000" cy="1"/>
          </a:xfrm>
          <a:prstGeom prst="line">
            <a:avLst/>
          </a:prstGeom>
          <a:noFill/>
          <a:ln w="6350" cap="flat">
            <a:solidFill>
              <a:srgbClr val="323C58">
                <a:alpha val="55000"/>
              </a:srgbClr>
            </a:solidFill>
          </a:ln>
        </p:spPr>
      </p:sp>
      <p:sp>
        <p:nvSpPr>
          <p:cNvPr id="340" name="Text 340"/>
          <p:cNvSpPr txBox="1"/>
          <p:nvPr/>
        </p:nvSpPr>
        <p:spPr>
          <a:xfrm>
            <a:off x="594360" y="403021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341" name="Shape 341"/>
          <p:cNvSpPr/>
          <p:nvPr/>
        </p:nvSpPr>
        <p:spPr>
          <a:xfrm>
            <a:off x="960120" y="3406140"/>
            <a:ext cx="6858000" cy="1"/>
          </a:xfrm>
          <a:prstGeom prst="line">
            <a:avLst/>
          </a:prstGeom>
          <a:noFill/>
          <a:ln w="6350" cap="flat">
            <a:solidFill>
              <a:srgbClr val="323C58">
                <a:alpha val="55000"/>
              </a:srgbClr>
            </a:solidFill>
          </a:ln>
        </p:spPr>
      </p:sp>
      <p:sp>
        <p:nvSpPr>
          <p:cNvPr id="342" name="Text 342"/>
          <p:cNvSpPr txBox="1"/>
          <p:nvPr/>
        </p:nvSpPr>
        <p:spPr>
          <a:xfrm>
            <a:off x="594360" y="333298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  <p:sp>
        <p:nvSpPr>
          <p:cNvPr id="343" name="Shape 343"/>
          <p:cNvSpPr/>
          <p:nvPr/>
        </p:nvSpPr>
        <p:spPr>
          <a:xfrm>
            <a:off x="960120" y="2708910"/>
            <a:ext cx="6858000" cy="1"/>
          </a:xfrm>
          <a:prstGeom prst="line">
            <a:avLst/>
          </a:prstGeom>
          <a:noFill/>
          <a:ln w="6350" cap="flat">
            <a:solidFill>
              <a:srgbClr val="323C58">
                <a:alpha val="55000"/>
              </a:srgbClr>
            </a:solidFill>
          </a:ln>
        </p:spPr>
      </p:sp>
      <p:sp>
        <p:nvSpPr>
          <p:cNvPr id="344" name="Text 344"/>
          <p:cNvSpPr txBox="1"/>
          <p:nvPr/>
        </p:nvSpPr>
        <p:spPr>
          <a:xfrm>
            <a:off x="594360" y="263575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75</a:t>
            </a:r>
          </a:p>
        </p:txBody>
      </p:sp>
      <p:sp>
        <p:nvSpPr>
          <p:cNvPr id="345" name="Shape 345"/>
          <p:cNvSpPr/>
          <p:nvPr/>
        </p:nvSpPr>
        <p:spPr>
          <a:xfrm>
            <a:off x="960120" y="2011680"/>
            <a:ext cx="6858000" cy="1"/>
          </a:xfrm>
          <a:prstGeom prst="line">
            <a:avLst/>
          </a:prstGeom>
          <a:noFill/>
          <a:ln w="6350" cap="flat">
            <a:solidFill>
              <a:srgbClr val="323C58">
                <a:alpha val="55000"/>
              </a:srgbClr>
            </a:solidFill>
          </a:ln>
        </p:spPr>
      </p:sp>
      <p:sp>
        <p:nvSpPr>
          <p:cNvPr id="346" name="Text 346"/>
          <p:cNvSpPr txBox="1"/>
          <p:nvPr/>
        </p:nvSpPr>
        <p:spPr>
          <a:xfrm>
            <a:off x="594360" y="193852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347" name="Shape 347"/>
          <p:cNvSpPr/>
          <p:nvPr/>
        </p:nvSpPr>
        <p:spPr>
          <a:xfrm>
            <a:off x="1335024" y="4021074"/>
            <a:ext cx="164592" cy="164592"/>
          </a:xfrm>
          <a:prstGeom prst="roundRect">
            <a:avLst/>
          </a:prstGeom>
          <a:solidFill>
            <a:srgbClr val="FFCC4D">
              <a:alpha val="100000"/>
            </a:srgbClr>
          </a:solidFill>
          <a:ln w="10160" cap="flat">
            <a:solidFill>
              <a:srgbClr val="FFCC4D">
                <a:alpha val="100000"/>
              </a:srgbClr>
            </a:solidFill>
          </a:ln>
        </p:spPr>
      </p:sp>
      <p:sp>
        <p:nvSpPr>
          <p:cNvPr id="348" name="Text 348"/>
          <p:cNvSpPr txBox="1"/>
          <p:nvPr/>
        </p:nvSpPr>
        <p:spPr>
          <a:xfrm>
            <a:off x="1097280" y="3691890"/>
            <a:ext cx="64008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F4F6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F4F6FF">
                    <a:alpha val="100000"/>
                  </a:srgbClr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349" name="Text 349"/>
          <p:cNvSpPr txBox="1"/>
          <p:nvPr/>
        </p:nvSpPr>
        <p:spPr>
          <a:xfrm>
            <a:off x="914400" y="5047488"/>
            <a:ext cx="10058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内容</a:t>
            </a:r>
          </a:p>
        </p:txBody>
      </p:sp>
      <p:sp>
        <p:nvSpPr>
          <p:cNvPr id="350" name="Shape 350"/>
          <p:cNvSpPr/>
          <p:nvPr/>
        </p:nvSpPr>
        <p:spPr>
          <a:xfrm flipV="1">
            <a:off x="1417320" y="3406140"/>
            <a:ext cx="1965960" cy="697230"/>
          </a:xfrm>
          <a:prstGeom prst="line">
            <a:avLst/>
          </a:prstGeom>
          <a:noFill/>
          <a:ln w="31750" cap="flat">
            <a:solidFill>
              <a:srgbClr val="FFCC4D">
                <a:alpha val="100000"/>
              </a:srgbClr>
            </a:solidFill>
          </a:ln>
        </p:spPr>
      </p:sp>
      <p:sp>
        <p:nvSpPr>
          <p:cNvPr id="351" name="Shape 351"/>
          <p:cNvSpPr/>
          <p:nvPr/>
        </p:nvSpPr>
        <p:spPr>
          <a:xfrm>
            <a:off x="3300984" y="3323844"/>
            <a:ext cx="164592" cy="164592"/>
          </a:xfrm>
          <a:prstGeom prst="roundRect">
            <a:avLst/>
          </a:prstGeom>
          <a:solidFill>
            <a:srgbClr val="FFCC4D">
              <a:alpha val="100000"/>
            </a:srgbClr>
          </a:solidFill>
          <a:ln w="10160" cap="flat">
            <a:solidFill>
              <a:srgbClr val="FFCC4D">
                <a:alpha val="100000"/>
              </a:srgbClr>
            </a:solidFill>
          </a:ln>
        </p:spPr>
      </p:sp>
      <p:sp>
        <p:nvSpPr>
          <p:cNvPr id="352" name="Text 352"/>
          <p:cNvSpPr txBox="1"/>
          <p:nvPr/>
        </p:nvSpPr>
        <p:spPr>
          <a:xfrm>
            <a:off x="3063240" y="2994660"/>
            <a:ext cx="64008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F4F6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F4F6FF">
                    <a:alpha val="100000"/>
                  </a:srgbClr>
                </a:solidFill>
                <a:latin typeface="Aptos"/>
                <a:ea typeface="Aptos"/>
                <a:cs typeface="Aptos"/>
              </a:rPr>
              <a:t>50%</a:t>
            </a:r>
          </a:p>
        </p:txBody>
      </p:sp>
      <p:sp>
        <p:nvSpPr>
          <p:cNvPr id="353" name="Text 353"/>
          <p:cNvSpPr txBox="1"/>
          <p:nvPr/>
        </p:nvSpPr>
        <p:spPr>
          <a:xfrm>
            <a:off x="2880360" y="5047488"/>
            <a:ext cx="10058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结构</a:t>
            </a:r>
          </a:p>
        </p:txBody>
      </p:sp>
      <p:sp>
        <p:nvSpPr>
          <p:cNvPr id="354" name="Shape 354"/>
          <p:cNvSpPr/>
          <p:nvPr/>
        </p:nvSpPr>
        <p:spPr>
          <a:xfrm flipV="1">
            <a:off x="3383280" y="2708910"/>
            <a:ext cx="1965960" cy="697230"/>
          </a:xfrm>
          <a:prstGeom prst="line">
            <a:avLst/>
          </a:prstGeom>
          <a:noFill/>
          <a:ln w="31750" cap="flat">
            <a:solidFill>
              <a:srgbClr val="FFCC4D">
                <a:alpha val="100000"/>
              </a:srgbClr>
            </a:solidFill>
          </a:ln>
        </p:spPr>
      </p:sp>
      <p:sp>
        <p:nvSpPr>
          <p:cNvPr id="355" name="Shape 355"/>
          <p:cNvSpPr/>
          <p:nvPr/>
        </p:nvSpPr>
        <p:spPr>
          <a:xfrm>
            <a:off x="5266944" y="2626614"/>
            <a:ext cx="164592" cy="164592"/>
          </a:xfrm>
          <a:prstGeom prst="roundRect">
            <a:avLst/>
          </a:prstGeom>
          <a:solidFill>
            <a:srgbClr val="FFCC4D">
              <a:alpha val="100000"/>
            </a:srgbClr>
          </a:solidFill>
          <a:ln w="10160" cap="flat">
            <a:solidFill>
              <a:srgbClr val="FFCC4D">
                <a:alpha val="100000"/>
              </a:srgbClr>
            </a:solidFill>
          </a:ln>
        </p:spPr>
      </p:sp>
      <p:sp>
        <p:nvSpPr>
          <p:cNvPr id="356" name="Text 356"/>
          <p:cNvSpPr txBox="1"/>
          <p:nvPr/>
        </p:nvSpPr>
        <p:spPr>
          <a:xfrm>
            <a:off x="5029200" y="2297430"/>
            <a:ext cx="64008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F4F6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F4F6FF">
                    <a:alpha val="100000"/>
                  </a:srgbClr>
                </a:solidFill>
                <a:latin typeface="Aptos"/>
                <a:ea typeface="Aptos"/>
                <a:cs typeface="Aptos"/>
              </a:rPr>
              <a:t>75%</a:t>
            </a:r>
          </a:p>
        </p:txBody>
      </p:sp>
      <p:sp>
        <p:nvSpPr>
          <p:cNvPr id="357" name="Text 357"/>
          <p:cNvSpPr txBox="1"/>
          <p:nvPr/>
        </p:nvSpPr>
        <p:spPr>
          <a:xfrm>
            <a:off x="4846320" y="5047488"/>
            <a:ext cx="10058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渲染</a:t>
            </a:r>
          </a:p>
        </p:txBody>
      </p:sp>
      <p:sp>
        <p:nvSpPr>
          <p:cNvPr id="358" name="Shape 358"/>
          <p:cNvSpPr/>
          <p:nvPr/>
        </p:nvSpPr>
        <p:spPr>
          <a:xfrm flipV="1">
            <a:off x="5349240" y="2011680"/>
            <a:ext cx="1965960" cy="697230"/>
          </a:xfrm>
          <a:prstGeom prst="line">
            <a:avLst/>
          </a:prstGeom>
          <a:noFill/>
          <a:ln w="31750" cap="flat">
            <a:solidFill>
              <a:srgbClr val="FFCC4D">
                <a:alpha val="100000"/>
              </a:srgbClr>
            </a:solidFill>
          </a:ln>
        </p:spPr>
      </p:sp>
      <p:sp>
        <p:nvSpPr>
          <p:cNvPr id="359" name="Shape 359"/>
          <p:cNvSpPr/>
          <p:nvPr/>
        </p:nvSpPr>
        <p:spPr>
          <a:xfrm>
            <a:off x="7232904" y="1929384"/>
            <a:ext cx="164592" cy="164592"/>
          </a:xfrm>
          <a:prstGeom prst="roundRect">
            <a:avLst/>
          </a:prstGeom>
          <a:solidFill>
            <a:srgbClr val="FFCC4D">
              <a:alpha val="100000"/>
            </a:srgbClr>
          </a:solidFill>
          <a:ln w="10160" cap="flat">
            <a:solidFill>
              <a:srgbClr val="FFCC4D">
                <a:alpha val="100000"/>
              </a:srgbClr>
            </a:solidFill>
          </a:ln>
        </p:spPr>
      </p:sp>
      <p:sp>
        <p:nvSpPr>
          <p:cNvPr id="360" name="Text 360"/>
          <p:cNvSpPr txBox="1"/>
          <p:nvPr/>
        </p:nvSpPr>
        <p:spPr>
          <a:xfrm>
            <a:off x="6995160" y="1600200"/>
            <a:ext cx="64008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F4F6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F4F6FF">
                    <a:alpha val="100000"/>
                  </a:srgbClr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361" name="Text 361"/>
          <p:cNvSpPr txBox="1"/>
          <p:nvPr/>
        </p:nvSpPr>
        <p:spPr>
          <a:xfrm>
            <a:off x="6812280" y="5047488"/>
            <a:ext cx="10058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交付</a:t>
            </a:r>
          </a:p>
        </p:txBody>
      </p:sp>
      <p:sp>
        <p:nvSpPr>
          <p:cNvPr id="362" name="Shape 362"/>
          <p:cNvSpPr/>
          <p:nvPr/>
        </p:nvSpPr>
        <p:spPr>
          <a:xfrm>
            <a:off x="8366760" y="1938528"/>
            <a:ext cx="3063240" cy="3337560"/>
          </a:xfrm>
          <a:prstGeom prst="roundRect">
            <a:avLst/>
          </a:prstGeom>
          <a:solidFill>
            <a:srgbClr val="151B29">
              <a:alpha val="100000"/>
            </a:srgbClr>
          </a:solidFill>
          <a:ln w="10160" cap="flat">
            <a:solidFill>
              <a:srgbClr val="323C58">
                <a:alpha val="100000"/>
              </a:srgbClr>
            </a:solidFill>
          </a:ln>
        </p:spPr>
      </p:sp>
      <p:sp>
        <p:nvSpPr>
          <p:cNvPr id="363" name="Text 363"/>
          <p:cNvSpPr txBox="1"/>
          <p:nvPr/>
        </p:nvSpPr>
        <p:spPr>
          <a:xfrm>
            <a:off x="8686800" y="2304288"/>
            <a:ext cx="137160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>
                <a:solidFill>
                  <a:srgbClr val="F4F6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F4F6FF">
                    <a:alpha val="100000"/>
                  </a:srgbClr>
                </a:solidFill>
                <a:latin typeface="Aptos"/>
                <a:ea typeface="Aptos"/>
                <a:cs typeface="Aptos"/>
              </a:rPr>
              <a:t>关键判断</a:t>
            </a:r>
          </a:p>
        </p:txBody>
      </p:sp>
      <p:sp>
        <p:nvSpPr>
          <p:cNvPr id="364" name="Text 364"/>
          <p:cNvSpPr txBox="1"/>
          <p:nvPr/>
        </p:nvSpPr>
        <p:spPr>
          <a:xfrm>
            <a:off x="8686800" y="3063240"/>
            <a:ext cx="2331720" cy="10058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>
                <a:solidFill>
                  <a:srgbClr val="FFCC4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FFCC4D">
                    <a:alpha val="100000"/>
                  </a:srgbClr>
                </a:solidFill>
                <a:latin typeface="Aptos"/>
                <a:ea typeface="Aptos"/>
                <a:cs typeface="Aptos"/>
              </a:rPr>
              <a:t>MCP 连接工具，Skill 约束方法，Agent 保留判断。</a:t>
            </a:r>
          </a:p>
        </p:txBody>
      </p:sp>
      <p:sp>
        <p:nvSpPr>
          <p:cNvPr id="100006" name="Slide number 6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B0E17">
          <a:alpha val="100000"/>
        </a:srgbClr>
      </a:solidFill>
      <a:effectLst/>
    </p:bgPr>
  </p:bg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Shape 365"/>
          <p:cNvSpPr/>
          <p:nvPr/>
        </p:nvSpPr>
        <p:spPr>
          <a:xfrm>
            <a:off x="411480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366" name="Shape 366"/>
          <p:cNvSpPr/>
          <p:nvPr/>
        </p:nvSpPr>
        <p:spPr>
          <a:xfrm>
            <a:off x="1069848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367" name="Shape 367"/>
          <p:cNvSpPr/>
          <p:nvPr/>
        </p:nvSpPr>
        <p:spPr>
          <a:xfrm>
            <a:off x="1728216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368" name="Shape 368"/>
          <p:cNvSpPr/>
          <p:nvPr/>
        </p:nvSpPr>
        <p:spPr>
          <a:xfrm>
            <a:off x="2386584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369" name="Shape 369"/>
          <p:cNvSpPr/>
          <p:nvPr/>
        </p:nvSpPr>
        <p:spPr>
          <a:xfrm>
            <a:off x="3044952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370" name="Shape 370"/>
          <p:cNvSpPr/>
          <p:nvPr/>
        </p:nvSpPr>
        <p:spPr>
          <a:xfrm>
            <a:off x="3703320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371" name="Shape 371"/>
          <p:cNvSpPr/>
          <p:nvPr/>
        </p:nvSpPr>
        <p:spPr>
          <a:xfrm>
            <a:off x="4361688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372" name="Shape 372"/>
          <p:cNvSpPr/>
          <p:nvPr/>
        </p:nvSpPr>
        <p:spPr>
          <a:xfrm>
            <a:off x="5020056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373" name="Shape 373"/>
          <p:cNvSpPr/>
          <p:nvPr/>
        </p:nvSpPr>
        <p:spPr>
          <a:xfrm>
            <a:off x="5678424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374" name="Shape 374"/>
          <p:cNvSpPr/>
          <p:nvPr/>
        </p:nvSpPr>
        <p:spPr>
          <a:xfrm>
            <a:off x="6336792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375" name="Shape 375"/>
          <p:cNvSpPr/>
          <p:nvPr/>
        </p:nvSpPr>
        <p:spPr>
          <a:xfrm>
            <a:off x="6995160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376" name="Shape 376"/>
          <p:cNvSpPr/>
          <p:nvPr/>
        </p:nvSpPr>
        <p:spPr>
          <a:xfrm>
            <a:off x="7653528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377" name="Shape 377"/>
          <p:cNvSpPr/>
          <p:nvPr/>
        </p:nvSpPr>
        <p:spPr>
          <a:xfrm>
            <a:off x="8311896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378" name="Shape 378"/>
          <p:cNvSpPr/>
          <p:nvPr/>
        </p:nvSpPr>
        <p:spPr>
          <a:xfrm>
            <a:off x="8970264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379" name="Shape 379"/>
          <p:cNvSpPr/>
          <p:nvPr/>
        </p:nvSpPr>
        <p:spPr>
          <a:xfrm>
            <a:off x="9628632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380" name="Shape 380"/>
          <p:cNvSpPr/>
          <p:nvPr/>
        </p:nvSpPr>
        <p:spPr>
          <a:xfrm>
            <a:off x="10287000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381" name="Shape 381"/>
          <p:cNvSpPr/>
          <p:nvPr/>
        </p:nvSpPr>
        <p:spPr>
          <a:xfrm>
            <a:off x="10945368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382" name="Shape 382"/>
          <p:cNvSpPr/>
          <p:nvPr/>
        </p:nvSpPr>
        <p:spPr>
          <a:xfrm>
            <a:off x="11603736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383" name="Shape 383"/>
          <p:cNvSpPr/>
          <p:nvPr/>
        </p:nvSpPr>
        <p:spPr>
          <a:xfrm>
            <a:off x="347472" y="475488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384" name="Shape 384"/>
          <p:cNvSpPr/>
          <p:nvPr/>
        </p:nvSpPr>
        <p:spPr>
          <a:xfrm>
            <a:off x="347472" y="950976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385" name="Shape 385"/>
          <p:cNvSpPr/>
          <p:nvPr/>
        </p:nvSpPr>
        <p:spPr>
          <a:xfrm>
            <a:off x="347472" y="1426464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386" name="Shape 386"/>
          <p:cNvSpPr/>
          <p:nvPr/>
        </p:nvSpPr>
        <p:spPr>
          <a:xfrm>
            <a:off x="347472" y="1901952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387" name="Shape 387"/>
          <p:cNvSpPr/>
          <p:nvPr/>
        </p:nvSpPr>
        <p:spPr>
          <a:xfrm>
            <a:off x="347472" y="2377440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388" name="Shape 388"/>
          <p:cNvSpPr/>
          <p:nvPr/>
        </p:nvSpPr>
        <p:spPr>
          <a:xfrm>
            <a:off x="347472" y="2852928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389" name="Shape 389"/>
          <p:cNvSpPr/>
          <p:nvPr/>
        </p:nvSpPr>
        <p:spPr>
          <a:xfrm>
            <a:off x="347472" y="3328416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390" name="Shape 390"/>
          <p:cNvSpPr/>
          <p:nvPr/>
        </p:nvSpPr>
        <p:spPr>
          <a:xfrm>
            <a:off x="347472" y="3803904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391" name="Shape 391"/>
          <p:cNvSpPr/>
          <p:nvPr/>
        </p:nvSpPr>
        <p:spPr>
          <a:xfrm>
            <a:off x="347472" y="4279392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392" name="Shape 392"/>
          <p:cNvSpPr/>
          <p:nvPr/>
        </p:nvSpPr>
        <p:spPr>
          <a:xfrm>
            <a:off x="347472" y="4754880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393" name="Shape 393"/>
          <p:cNvSpPr/>
          <p:nvPr/>
        </p:nvSpPr>
        <p:spPr>
          <a:xfrm>
            <a:off x="347472" y="5230368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394" name="Shape 394"/>
          <p:cNvSpPr/>
          <p:nvPr/>
        </p:nvSpPr>
        <p:spPr>
          <a:xfrm>
            <a:off x="347472" y="5705856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395" name="Shape 395"/>
          <p:cNvSpPr/>
          <p:nvPr/>
        </p:nvSpPr>
        <p:spPr>
          <a:xfrm>
            <a:off x="347472" y="6181344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396" name="Shape 396"/>
          <p:cNvSpPr/>
          <p:nvPr/>
        </p:nvSpPr>
        <p:spPr>
          <a:xfrm>
            <a:off x="685800" y="6327648"/>
            <a:ext cx="10789920" cy="1"/>
          </a:xfrm>
          <a:prstGeom prst="line">
            <a:avLst/>
          </a:prstGeom>
          <a:noFill/>
          <a:ln w="17780" cap="flat">
            <a:solidFill>
              <a:srgbClr val="FFCC4D">
                <a:alpha val="100000"/>
              </a:srgbClr>
            </a:solidFill>
          </a:ln>
        </p:spPr>
      </p:sp>
      <p:sp>
        <p:nvSpPr>
          <p:cNvPr id="397" name="Shape 397"/>
          <p:cNvSpPr/>
          <p:nvPr/>
        </p:nvSpPr>
        <p:spPr>
          <a:xfrm>
            <a:off x="10899648" y="256032"/>
            <a:ext cx="146304" cy="146304"/>
          </a:xfrm>
          <a:prstGeom prst="ellipse">
            <a:avLst/>
          </a:prstGeom>
          <a:solidFill>
            <a:srgbClr val="FFCC4D">
              <a:alpha val="100000"/>
            </a:srgbClr>
          </a:solidFill>
          <a:ln w="0">
            <a:noFill/>
          </a:ln>
        </p:spPr>
      </p:sp>
      <p:sp>
        <p:nvSpPr>
          <p:cNvPr id="398" name="Text 398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9AA7C2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9AA7C2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theme06 · theme06_page069</a:t>
            </a:r>
          </a:p>
        </p:txBody>
      </p:sp>
      <p:sp>
        <p:nvSpPr>
          <p:cNvPr id="399" name="Text 399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深色图谱风</a:t>
            </a:r>
          </a:p>
        </p:txBody>
      </p:sp>
      <p:sp>
        <p:nvSpPr>
          <p:cNvPr id="400" name="Text 400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FFCC4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FFCC4D">
                    <a:alpha val="100000"/>
                  </a:srgbClr>
                </a:solidFill>
                <a:latin typeface="Aptos"/>
                <a:ea typeface="Aptos"/>
                <a:cs typeface="Aptos"/>
              </a:rPr>
              <a:t>REPO MAP</a:t>
            </a:r>
          </a:p>
        </p:txBody>
      </p:sp>
      <p:sp>
        <p:nvSpPr>
          <p:cNvPr id="401" name="Text 401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F4F6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F4F6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一个仓库，完整链路</a:t>
            </a:r>
          </a:p>
        </p:txBody>
      </p:sp>
      <p:sp>
        <p:nvSpPr>
          <p:cNvPr id="402" name="Text 402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Skill、MCP 与 Runtime 协同工作。</a:t>
            </a:r>
          </a:p>
        </p:txBody>
      </p:sp>
      <p:sp>
        <p:nvSpPr>
          <p:cNvPr id="403" name="Text 403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04" name="Shape 404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323C58">
                <a:alpha val="100000"/>
              </a:srgbClr>
            </a:solidFill>
          </a:ln>
        </p:spPr>
      </p:sp>
      <p:sp>
        <p:nvSpPr>
          <p:cNvPr id="405" name="Shape 405"/>
          <p:cNvSpPr/>
          <p:nvPr/>
        </p:nvSpPr>
        <p:spPr>
          <a:xfrm>
            <a:off x="777240" y="1719072"/>
            <a:ext cx="10652760" cy="841248"/>
          </a:xfrm>
          <a:prstGeom prst="roundRect">
            <a:avLst/>
          </a:prstGeom>
          <a:solidFill>
            <a:srgbClr val="151B29">
              <a:alpha val="100000"/>
            </a:srgbClr>
          </a:solidFill>
          <a:ln w="10160" cap="flat">
            <a:solidFill>
              <a:srgbClr val="323C58">
                <a:alpha val="100000"/>
              </a:srgbClr>
            </a:solidFill>
          </a:ln>
        </p:spPr>
      </p:sp>
      <p:sp>
        <p:nvSpPr>
          <p:cNvPr id="406" name="Text 406"/>
          <p:cNvSpPr txBox="1"/>
          <p:nvPr/>
        </p:nvSpPr>
        <p:spPr>
          <a:xfrm>
            <a:off x="1051560" y="1984248"/>
            <a:ext cx="457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9A83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9A83FF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07" name="Text 407"/>
          <p:cNvSpPr txBox="1"/>
          <p:nvPr/>
        </p:nvSpPr>
        <p:spPr>
          <a:xfrm>
            <a:off x="1691640" y="1920240"/>
            <a:ext cx="416052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400" b="1">
                <a:solidFill>
                  <a:srgbClr val="F4F6FF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400" b="1">
                <a:solidFill>
                  <a:srgbClr val="F4F6FF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.agents/skills/dashi-ppt</a:t>
            </a:r>
          </a:p>
        </p:txBody>
      </p:sp>
      <p:sp>
        <p:nvSpPr>
          <p:cNvPr id="408" name="Text 408"/>
          <p:cNvSpPr txBox="1"/>
          <p:nvPr/>
        </p:nvSpPr>
        <p:spPr>
          <a:xfrm>
            <a:off x="6080760" y="1975104"/>
            <a:ext cx="47548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0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按需加载的主题与制作规则</a:t>
            </a:r>
          </a:p>
        </p:txBody>
      </p:sp>
      <p:sp>
        <p:nvSpPr>
          <p:cNvPr id="409" name="Shape 409"/>
          <p:cNvSpPr/>
          <p:nvPr/>
        </p:nvSpPr>
        <p:spPr>
          <a:xfrm>
            <a:off x="777240" y="2889504"/>
            <a:ext cx="10652760" cy="841248"/>
          </a:xfrm>
          <a:prstGeom prst="roundRect">
            <a:avLst/>
          </a:prstGeom>
          <a:solidFill>
            <a:srgbClr val="151B29">
              <a:alpha val="100000"/>
            </a:srgbClr>
          </a:solidFill>
          <a:ln w="10160" cap="flat">
            <a:solidFill>
              <a:srgbClr val="323C58">
                <a:alpha val="100000"/>
              </a:srgbClr>
            </a:solidFill>
          </a:ln>
        </p:spPr>
      </p:sp>
      <p:sp>
        <p:nvSpPr>
          <p:cNvPr id="410" name="Text 410"/>
          <p:cNvSpPr txBox="1"/>
          <p:nvPr/>
        </p:nvSpPr>
        <p:spPr>
          <a:xfrm>
            <a:off x="1051560" y="3154680"/>
            <a:ext cx="457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4FE4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4FE4FF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11" name="Text 411"/>
          <p:cNvSpPr txBox="1"/>
          <p:nvPr/>
        </p:nvSpPr>
        <p:spPr>
          <a:xfrm>
            <a:off x="1691640" y="3090672"/>
            <a:ext cx="416052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400" b="1">
                <a:solidFill>
                  <a:srgbClr val="F4F6FF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400" b="1">
                <a:solidFill>
                  <a:srgbClr val="F4F6FF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.agents/mcp_config.json</a:t>
            </a:r>
          </a:p>
        </p:txBody>
      </p:sp>
      <p:sp>
        <p:nvSpPr>
          <p:cNvPr id="412" name="Text 412"/>
          <p:cNvSpPr txBox="1"/>
          <p:nvPr/>
        </p:nvSpPr>
        <p:spPr>
          <a:xfrm>
            <a:off x="6080760" y="3145536"/>
            <a:ext cx="47548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0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工作区级 MCP 注册文件</a:t>
            </a:r>
          </a:p>
        </p:txBody>
      </p:sp>
      <p:sp>
        <p:nvSpPr>
          <p:cNvPr id="413" name="Shape 413"/>
          <p:cNvSpPr/>
          <p:nvPr/>
        </p:nvSpPr>
        <p:spPr>
          <a:xfrm>
            <a:off x="777240" y="4059936"/>
            <a:ext cx="10652760" cy="841248"/>
          </a:xfrm>
          <a:prstGeom prst="roundRect">
            <a:avLst/>
          </a:prstGeom>
          <a:solidFill>
            <a:srgbClr val="151B29">
              <a:alpha val="100000"/>
            </a:srgbClr>
          </a:solidFill>
          <a:ln w="10160" cap="flat">
            <a:solidFill>
              <a:srgbClr val="323C58">
                <a:alpha val="100000"/>
              </a:srgbClr>
            </a:solidFill>
          </a:ln>
        </p:spPr>
      </p:sp>
      <p:sp>
        <p:nvSpPr>
          <p:cNvPr id="414" name="Text 414"/>
          <p:cNvSpPr txBox="1"/>
          <p:nvPr/>
        </p:nvSpPr>
        <p:spPr>
          <a:xfrm>
            <a:off x="1051560" y="4325112"/>
            <a:ext cx="457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FFCC4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FFCC4D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15" name="Text 415"/>
          <p:cNvSpPr txBox="1"/>
          <p:nvPr/>
        </p:nvSpPr>
        <p:spPr>
          <a:xfrm>
            <a:off x="1691640" y="4261104"/>
            <a:ext cx="416052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400" b="1">
                <a:solidFill>
                  <a:srgbClr val="F4F6FF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400" b="1">
                <a:solidFill>
                  <a:srgbClr val="F4F6FF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mcp/server.mjs  +  skills/dashi-ppt</a:t>
            </a:r>
          </a:p>
        </p:txBody>
      </p:sp>
      <p:sp>
        <p:nvSpPr>
          <p:cNvPr id="416" name="Text 416"/>
          <p:cNvSpPr txBox="1"/>
          <p:nvPr/>
        </p:nvSpPr>
        <p:spPr>
          <a:xfrm>
            <a:off x="6080760" y="4315968"/>
            <a:ext cx="47548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0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主题、版式与渲染运行时</a:t>
            </a:r>
          </a:p>
        </p:txBody>
      </p:sp>
      <p:sp>
        <p:nvSpPr>
          <p:cNvPr id="417" name="Text 417"/>
          <p:cNvSpPr txBox="1"/>
          <p:nvPr/>
        </p:nvSpPr>
        <p:spPr>
          <a:xfrm>
            <a:off x="731520" y="5669280"/>
            <a:ext cx="10789920" cy="3200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>
                <a:solidFill>
                  <a:srgbClr val="FFCC4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FFCC4D">
                    <a:alpha val="100000"/>
                  </a:srgbClr>
                </a:solidFill>
                <a:latin typeface="Aptos"/>
                <a:ea typeface="Aptos"/>
                <a:cs typeface="Aptos"/>
              </a:rPr>
              <a:t>源文件和成品一起归档，方便交接。</a:t>
            </a:r>
          </a:p>
        </p:txBody>
      </p:sp>
      <p:sp>
        <p:nvSpPr>
          <p:cNvPr id="100007" name="Slide number 7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B0E17">
          <a:alpha val="100000"/>
        </a:srgbClr>
      </a:solidFill>
      <a:effectLst/>
    </p:bgPr>
  </p:bg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418"/>
          <p:cNvSpPr/>
          <p:nvPr/>
        </p:nvSpPr>
        <p:spPr>
          <a:xfrm>
            <a:off x="411480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419" name="Shape 419"/>
          <p:cNvSpPr/>
          <p:nvPr/>
        </p:nvSpPr>
        <p:spPr>
          <a:xfrm>
            <a:off x="1069848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420" name="Shape 420"/>
          <p:cNvSpPr/>
          <p:nvPr/>
        </p:nvSpPr>
        <p:spPr>
          <a:xfrm>
            <a:off x="1728216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421" name="Shape 421"/>
          <p:cNvSpPr/>
          <p:nvPr/>
        </p:nvSpPr>
        <p:spPr>
          <a:xfrm>
            <a:off x="2386584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422" name="Shape 422"/>
          <p:cNvSpPr/>
          <p:nvPr/>
        </p:nvSpPr>
        <p:spPr>
          <a:xfrm>
            <a:off x="3044952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423" name="Shape 423"/>
          <p:cNvSpPr/>
          <p:nvPr/>
        </p:nvSpPr>
        <p:spPr>
          <a:xfrm>
            <a:off x="3703320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424" name="Shape 424"/>
          <p:cNvSpPr/>
          <p:nvPr/>
        </p:nvSpPr>
        <p:spPr>
          <a:xfrm>
            <a:off x="4361688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425" name="Shape 425"/>
          <p:cNvSpPr/>
          <p:nvPr/>
        </p:nvSpPr>
        <p:spPr>
          <a:xfrm>
            <a:off x="5020056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426" name="Shape 426"/>
          <p:cNvSpPr/>
          <p:nvPr/>
        </p:nvSpPr>
        <p:spPr>
          <a:xfrm>
            <a:off x="5678424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427" name="Shape 427"/>
          <p:cNvSpPr/>
          <p:nvPr/>
        </p:nvSpPr>
        <p:spPr>
          <a:xfrm>
            <a:off x="6336792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428" name="Shape 428"/>
          <p:cNvSpPr/>
          <p:nvPr/>
        </p:nvSpPr>
        <p:spPr>
          <a:xfrm>
            <a:off x="6995160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429" name="Shape 429"/>
          <p:cNvSpPr/>
          <p:nvPr/>
        </p:nvSpPr>
        <p:spPr>
          <a:xfrm>
            <a:off x="7653528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430" name="Shape 430"/>
          <p:cNvSpPr/>
          <p:nvPr/>
        </p:nvSpPr>
        <p:spPr>
          <a:xfrm>
            <a:off x="8311896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431" name="Shape 431"/>
          <p:cNvSpPr/>
          <p:nvPr/>
        </p:nvSpPr>
        <p:spPr>
          <a:xfrm>
            <a:off x="8970264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432" name="Shape 432"/>
          <p:cNvSpPr/>
          <p:nvPr/>
        </p:nvSpPr>
        <p:spPr>
          <a:xfrm>
            <a:off x="9628632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433" name="Shape 433"/>
          <p:cNvSpPr/>
          <p:nvPr/>
        </p:nvSpPr>
        <p:spPr>
          <a:xfrm>
            <a:off x="10287000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434" name="Shape 434"/>
          <p:cNvSpPr/>
          <p:nvPr/>
        </p:nvSpPr>
        <p:spPr>
          <a:xfrm>
            <a:off x="10945368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435" name="Shape 435"/>
          <p:cNvSpPr/>
          <p:nvPr/>
        </p:nvSpPr>
        <p:spPr>
          <a:xfrm>
            <a:off x="11603736" y="109728"/>
            <a:ext cx="1" cy="6245352"/>
          </a:xfrm>
          <a:prstGeom prst="line">
            <a:avLst/>
          </a:prstGeom>
          <a:noFill/>
          <a:ln w="5080" cap="flat">
            <a:solidFill>
              <a:srgbClr val="323C58">
                <a:alpha val="38000"/>
              </a:srgbClr>
            </a:solidFill>
          </a:ln>
        </p:spPr>
      </p:sp>
      <p:sp>
        <p:nvSpPr>
          <p:cNvPr id="436" name="Shape 436"/>
          <p:cNvSpPr/>
          <p:nvPr/>
        </p:nvSpPr>
        <p:spPr>
          <a:xfrm>
            <a:off x="347472" y="475488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437" name="Shape 437"/>
          <p:cNvSpPr/>
          <p:nvPr/>
        </p:nvSpPr>
        <p:spPr>
          <a:xfrm>
            <a:off x="347472" y="950976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438" name="Shape 438"/>
          <p:cNvSpPr/>
          <p:nvPr/>
        </p:nvSpPr>
        <p:spPr>
          <a:xfrm>
            <a:off x="347472" y="1426464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439" name="Shape 439"/>
          <p:cNvSpPr/>
          <p:nvPr/>
        </p:nvSpPr>
        <p:spPr>
          <a:xfrm>
            <a:off x="347472" y="1901952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440" name="Shape 440"/>
          <p:cNvSpPr/>
          <p:nvPr/>
        </p:nvSpPr>
        <p:spPr>
          <a:xfrm>
            <a:off x="347472" y="2377440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441" name="Shape 441"/>
          <p:cNvSpPr/>
          <p:nvPr/>
        </p:nvSpPr>
        <p:spPr>
          <a:xfrm>
            <a:off x="347472" y="2852928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442" name="Shape 442"/>
          <p:cNvSpPr/>
          <p:nvPr/>
        </p:nvSpPr>
        <p:spPr>
          <a:xfrm>
            <a:off x="347472" y="3328416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443" name="Shape 443"/>
          <p:cNvSpPr/>
          <p:nvPr/>
        </p:nvSpPr>
        <p:spPr>
          <a:xfrm>
            <a:off x="347472" y="3803904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444" name="Shape 444"/>
          <p:cNvSpPr/>
          <p:nvPr/>
        </p:nvSpPr>
        <p:spPr>
          <a:xfrm>
            <a:off x="347472" y="4279392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445" name="Shape 445"/>
          <p:cNvSpPr/>
          <p:nvPr/>
        </p:nvSpPr>
        <p:spPr>
          <a:xfrm>
            <a:off x="347472" y="4754880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446" name="Shape 446"/>
          <p:cNvSpPr/>
          <p:nvPr/>
        </p:nvSpPr>
        <p:spPr>
          <a:xfrm>
            <a:off x="347472" y="5230368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447" name="Shape 447"/>
          <p:cNvSpPr/>
          <p:nvPr/>
        </p:nvSpPr>
        <p:spPr>
          <a:xfrm>
            <a:off x="347472" y="5705856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448" name="Shape 448"/>
          <p:cNvSpPr/>
          <p:nvPr/>
        </p:nvSpPr>
        <p:spPr>
          <a:xfrm>
            <a:off x="347472" y="6181344"/>
            <a:ext cx="11612880" cy="1"/>
          </a:xfrm>
          <a:prstGeom prst="line">
            <a:avLst/>
          </a:prstGeom>
          <a:noFill/>
          <a:ln w="5080" cap="flat">
            <a:solidFill>
              <a:srgbClr val="323C58">
                <a:alpha val="36000"/>
              </a:srgbClr>
            </a:solidFill>
          </a:ln>
        </p:spPr>
      </p:sp>
      <p:sp>
        <p:nvSpPr>
          <p:cNvPr id="449" name="Shape 449"/>
          <p:cNvSpPr/>
          <p:nvPr/>
        </p:nvSpPr>
        <p:spPr>
          <a:xfrm>
            <a:off x="685800" y="6327648"/>
            <a:ext cx="10789920" cy="1"/>
          </a:xfrm>
          <a:prstGeom prst="line">
            <a:avLst/>
          </a:prstGeom>
          <a:noFill/>
          <a:ln w="17780" cap="flat">
            <a:solidFill>
              <a:srgbClr val="FFCC4D">
                <a:alpha val="100000"/>
              </a:srgbClr>
            </a:solidFill>
          </a:ln>
        </p:spPr>
      </p:sp>
      <p:sp>
        <p:nvSpPr>
          <p:cNvPr id="450" name="Shape 450"/>
          <p:cNvSpPr/>
          <p:nvPr/>
        </p:nvSpPr>
        <p:spPr>
          <a:xfrm>
            <a:off x="10899648" y="256032"/>
            <a:ext cx="146304" cy="146304"/>
          </a:xfrm>
          <a:prstGeom prst="ellipse">
            <a:avLst/>
          </a:prstGeom>
          <a:solidFill>
            <a:srgbClr val="FFCC4D">
              <a:alpha val="100000"/>
            </a:srgbClr>
          </a:solidFill>
          <a:ln w="0">
            <a:noFill/>
          </a:ln>
        </p:spPr>
      </p:sp>
      <p:sp>
        <p:nvSpPr>
          <p:cNvPr id="451" name="Text 451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9AA7C2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9AA7C2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theme06 · theme06_page041</a:t>
            </a:r>
          </a:p>
        </p:txBody>
      </p:sp>
      <p:sp>
        <p:nvSpPr>
          <p:cNvPr id="452" name="Text 452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深色图谱风</a:t>
            </a:r>
          </a:p>
        </p:txBody>
      </p:sp>
      <p:sp>
        <p:nvSpPr>
          <p:cNvPr id="453" name="Text 453"/>
          <p:cNvSpPr txBox="1"/>
          <p:nvPr/>
        </p:nvSpPr>
        <p:spPr>
          <a:xfrm>
            <a:off x="685800" y="713232"/>
            <a:ext cx="384048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FFCC4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FFCC4D">
                    <a:alpha val="100000"/>
                  </a:srgbClr>
                </a:solidFill>
                <a:latin typeface="Aptos"/>
                <a:ea typeface="Aptos"/>
                <a:cs typeface="Aptos"/>
              </a:rPr>
              <a:t>Start Here</a:t>
            </a:r>
          </a:p>
        </p:txBody>
      </p:sp>
      <p:sp>
        <p:nvSpPr>
          <p:cNvPr id="454" name="Text 454"/>
          <p:cNvSpPr txBox="1"/>
          <p:nvPr/>
        </p:nvSpPr>
        <p:spPr>
          <a:xfrm>
            <a:off x="685800" y="1353312"/>
            <a:ext cx="8046720" cy="9601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3000" b="1">
                <a:solidFill>
                  <a:srgbClr val="F4F6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3000" b="1">
                <a:solidFill>
                  <a:srgbClr val="F4F6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下一步</a:t>
            </a:r>
          </a:p>
        </p:txBody>
      </p:sp>
      <p:sp>
        <p:nvSpPr>
          <p:cNvPr id="455" name="Text 455"/>
          <p:cNvSpPr txBox="1"/>
          <p:nvPr/>
        </p:nvSpPr>
        <p:spPr>
          <a:xfrm>
            <a:off x="713232" y="2633472"/>
            <a:ext cx="585216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12 个主题 · 一套工作流</a:t>
            </a:r>
          </a:p>
        </p:txBody>
      </p:sp>
      <p:sp>
        <p:nvSpPr>
          <p:cNvPr id="456" name="Shape 456"/>
          <p:cNvSpPr/>
          <p:nvPr/>
        </p:nvSpPr>
        <p:spPr>
          <a:xfrm>
            <a:off x="713232" y="3886200"/>
            <a:ext cx="7726680" cy="914400"/>
          </a:xfrm>
          <a:prstGeom prst="roundRect">
            <a:avLst/>
          </a:prstGeom>
          <a:solidFill>
            <a:srgbClr val="151B29">
              <a:alpha val="100000"/>
            </a:srgbClr>
          </a:solidFill>
          <a:ln w="10160" cap="flat">
            <a:solidFill>
              <a:srgbClr val="323C58">
                <a:alpha val="100000"/>
              </a:srgbClr>
            </a:solidFill>
          </a:ln>
        </p:spPr>
      </p:sp>
      <p:sp>
        <p:nvSpPr>
          <p:cNvPr id="457" name="Text 457"/>
          <p:cNvSpPr txBox="1"/>
          <p:nvPr/>
        </p:nvSpPr>
        <p:spPr>
          <a:xfrm>
            <a:off x="987552" y="4123944"/>
            <a:ext cx="708660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200">
                <a:solidFill>
                  <a:srgbClr val="4FE4FF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200">
                <a:solidFill>
                  <a:srgbClr val="4FE4FF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git clone -b arena/01a038e7-dashi-ppt-skill</a:t>
            </a:r>
          </a:p>
        </p:txBody>
      </p:sp>
      <p:sp>
        <p:nvSpPr>
          <p:cNvPr id="458" name="Text 458"/>
          <p:cNvSpPr txBox="1"/>
          <p:nvPr/>
        </p:nvSpPr>
        <p:spPr>
          <a:xfrm>
            <a:off x="987552" y="4443984"/>
            <a:ext cx="708660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9AA7C2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000">
                <a:solidFill>
                  <a:srgbClr val="9AA7C2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https://github.com/mqgg5630-cyber/dashi-ppt-skill.git</a:t>
            </a:r>
          </a:p>
        </p:txBody>
      </p:sp>
      <p:sp>
        <p:nvSpPr>
          <p:cNvPr id="459" name="Text 459"/>
          <p:cNvSpPr txBox="1"/>
          <p:nvPr/>
        </p:nvSpPr>
        <p:spPr>
          <a:xfrm>
            <a:off x="731520" y="5687568"/>
            <a:ext cx="768096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>
                <a:solidFill>
                  <a:srgbClr val="FFCC4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FFCC4D">
                    <a:alpha val="100000"/>
                  </a:srgbClr>
                </a:solidFill>
                <a:latin typeface="Aptos"/>
                <a:ea typeface="Aptos"/>
                <a:cs typeface="Aptos"/>
              </a:rPr>
              <a:t>选择主题，开始制作。</a:t>
            </a:r>
          </a:p>
        </p:txBody>
      </p:sp>
      <p:sp>
        <p:nvSpPr>
          <p:cNvPr id="460" name="Text 460"/>
          <p:cNvSpPr txBox="1"/>
          <p:nvPr/>
        </p:nvSpPr>
        <p:spPr>
          <a:xfrm>
            <a:off x="8503920" y="4709160"/>
            <a:ext cx="260604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200" b="1">
                <a:solidFill>
                  <a:srgbClr val="9A83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200" b="1">
                <a:solidFill>
                  <a:srgbClr val="9A83FF">
                    <a:alpha val="100000"/>
                  </a:srgbClr>
                </a:solidFill>
                <a:latin typeface="Aptos"/>
                <a:ea typeface="Aptos"/>
                <a:cs typeface="Aptos"/>
              </a:rPr>
              <a:t>MCP  /  SKILL  /  PPTX</a:t>
            </a:r>
          </a:p>
        </p:txBody>
      </p:sp>
      <p:sp>
        <p:nvSpPr>
          <p:cNvPr id="100008" name="Slide number 8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9AA7C2">
                    <a:alpha val="100000"/>
                  </a:srgbClr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shi PPT Native Theme">
  <a:themeElements>
    <a:clrScheme name="Dashi">
      <a:dk1>
        <a:sysClr val="windowText" lastClr="000000"/>
      </a:dk1>
      <a:lt1>
        <a:sysClr val="window" lastClr="FFFFFF"/>
      </a:lt1>
      <a:dk2>
        <a:srgbClr val="1F1F1F"/>
      </a:dk2>
      <a:lt2>
        <a:srgbClr val="F7F7F7"/>
      </a:lt2>
      <a:accent1>
        <a:srgbClr val="5B8DEF"/>
      </a:accent1>
      <a:accent2>
        <a:srgbClr val="46B083"/>
      </a:accent2>
      <a:accent3>
        <a:srgbClr val="7A5AE0"/>
      </a:accent3>
      <a:accent4>
        <a:srgbClr val="E0A23A"/>
      </a:accent4>
      <a:accent5>
        <a:srgbClr val="E95078"/>
      </a:accent5>
      <a:accent6>
        <a:srgbClr val="3BB6EC"/>
      </a:accent6>
      <a:hlink>
        <a:srgbClr val="0563C1"/>
      </a:hlink>
      <a:folHlink>
        <a:srgbClr val="954F72"/>
      </a:folHlink>
    </a:clrScheme>
    <a:fontScheme name="Dashi">
      <a:majorFont>
        <a:latin typeface="Aptos Display"/>
        <a:ea typeface="Aptos Display"/>
        <a:cs typeface="Aptos Display"/>
      </a:majorFont>
      <a:minorFont>
        <a:latin typeface="Aptos"/>
        <a:ea typeface="Aptos"/>
        <a:cs typeface="Aptos"/>
      </a:minorFont>
    </a:fontScheme>
    <a:fmtScheme name="Dashi">
      <a:fillStyleLst>
        <a:solidFill>
          <a:srgbClr val="FFFFFF"/>
        </a:solidFill>
      </a:fillStyleLst>
      <a:lnStyleLst>
        <a:ln w="9525">
          <a:solidFill>
            <a:srgbClr val="000000"/>
          </a:solidFill>
        </a:ln>
      </a:lnStyleLst>
      <a:effectStyleLst/>
      <a:bgFillStyleLst>
        <a:solidFill>
          <a:srgbClr val="FFFFFF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8</vt:i4>
      </vt:variant>
    </vt:vector>
  </HeadingPairs>
  <TitlesOfParts>
    <vt:vector size="8" baseType="lpstr"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Dashi PPT 主题示例｜theme06</dc:title>
  <dc:subject>展示 theme06 主题下的 Dashi PPT 内容组织、版式选择与可编辑交付</dc:subject>
  <dc:creator>Dashi PPT</dc:creator>
  <cp:lastModifiedBy>Dashi PPT</cp:lastModifiedBy>
  <dcterms:created xsi:type="dcterms:W3CDTF">2026-08-27T12:10:54.759Z</dcterms:created>
  <dcterms:modified xsi:type="dcterms:W3CDTF">2026-08-27T12:10:54.759Z</dcterms:modified>
</cp:coreProperties>
</file>