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2EEE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2EEE4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338328"/>
            <a:ext cx="10817352" cy="1"/>
          </a:xfrm>
          <a:prstGeom prst="line">
            <a:avLst/>
          </a:prstGeom>
          <a:noFill/>
          <a:ln w="1524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82296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26187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70078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213969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257860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301752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345643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0" name="Shape 10"/>
          <p:cNvSpPr/>
          <p:nvPr/>
        </p:nvSpPr>
        <p:spPr>
          <a:xfrm>
            <a:off x="389534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" name="Shape 11"/>
          <p:cNvSpPr/>
          <p:nvPr/>
        </p:nvSpPr>
        <p:spPr>
          <a:xfrm>
            <a:off x="433425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" name="Shape 12"/>
          <p:cNvSpPr/>
          <p:nvPr/>
        </p:nvSpPr>
        <p:spPr>
          <a:xfrm>
            <a:off x="477316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" name="Shape 13"/>
          <p:cNvSpPr/>
          <p:nvPr/>
        </p:nvSpPr>
        <p:spPr>
          <a:xfrm>
            <a:off x="521208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4" name="Shape 14"/>
          <p:cNvSpPr/>
          <p:nvPr/>
        </p:nvSpPr>
        <p:spPr>
          <a:xfrm>
            <a:off x="565099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5" name="Shape 15"/>
          <p:cNvSpPr/>
          <p:nvPr/>
        </p:nvSpPr>
        <p:spPr>
          <a:xfrm>
            <a:off x="608990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6" name="Shape 16"/>
          <p:cNvSpPr/>
          <p:nvPr/>
        </p:nvSpPr>
        <p:spPr>
          <a:xfrm>
            <a:off x="652881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" name="Shape 17"/>
          <p:cNvSpPr/>
          <p:nvPr/>
        </p:nvSpPr>
        <p:spPr>
          <a:xfrm>
            <a:off x="696772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" name="Shape 18"/>
          <p:cNvSpPr/>
          <p:nvPr/>
        </p:nvSpPr>
        <p:spPr>
          <a:xfrm>
            <a:off x="740664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9" name="Shape 19"/>
          <p:cNvSpPr/>
          <p:nvPr/>
        </p:nvSpPr>
        <p:spPr>
          <a:xfrm>
            <a:off x="784555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0" name="Shape 20"/>
          <p:cNvSpPr/>
          <p:nvPr/>
        </p:nvSpPr>
        <p:spPr>
          <a:xfrm>
            <a:off x="828446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1" name="Shape 21"/>
          <p:cNvSpPr/>
          <p:nvPr/>
        </p:nvSpPr>
        <p:spPr>
          <a:xfrm>
            <a:off x="872337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" name="Shape 22"/>
          <p:cNvSpPr/>
          <p:nvPr/>
        </p:nvSpPr>
        <p:spPr>
          <a:xfrm>
            <a:off x="916228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" name="Shape 23"/>
          <p:cNvSpPr/>
          <p:nvPr/>
        </p:nvSpPr>
        <p:spPr>
          <a:xfrm>
            <a:off x="960120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4" name="Shape 24"/>
          <p:cNvSpPr/>
          <p:nvPr/>
        </p:nvSpPr>
        <p:spPr>
          <a:xfrm>
            <a:off x="1004011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5" name="Shape 25"/>
          <p:cNvSpPr/>
          <p:nvPr/>
        </p:nvSpPr>
        <p:spPr>
          <a:xfrm>
            <a:off x="1047902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6" name="Shape 26"/>
          <p:cNvSpPr/>
          <p:nvPr/>
        </p:nvSpPr>
        <p:spPr>
          <a:xfrm>
            <a:off x="1091793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" name="Shape 27"/>
          <p:cNvSpPr/>
          <p:nvPr/>
        </p:nvSpPr>
        <p:spPr>
          <a:xfrm>
            <a:off x="1135684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" name="Shape 28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theme10 · theme10_page004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金色指数风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THEME10  /  金色指数风  /  ANTIGRAVITY EDITION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36" name="Shape 36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40" name="Shape 40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7355A9">
                <a:alpha val="100000"/>
              </a:srgbClr>
            </a:solidFill>
            <a:tailEnd type="triangle" w="sm" len="sm"/>
          </a:ln>
        </p:spPr>
      </p:sp>
      <p:sp>
        <p:nvSpPr>
          <p:cNvPr id="41" name="Shape 41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98A9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98A9C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45" name="Shape 45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398A9C">
                <a:alpha val="100000"/>
              </a:srgbClr>
            </a:solidFill>
            <a:tailEnd type="triangle" w="sm" len="sm"/>
          </a:ln>
        </p:spPr>
      </p:sp>
      <p:sp>
        <p:nvSpPr>
          <p:cNvPr id="46" name="Shape 46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2EEE4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/>
        </p:nvSpPr>
        <p:spPr>
          <a:xfrm>
            <a:off x="658368" y="338328"/>
            <a:ext cx="10817352" cy="1"/>
          </a:xfrm>
          <a:prstGeom prst="line">
            <a:avLst/>
          </a:prstGeom>
          <a:noFill/>
          <a:ln w="15240" cap="flat">
            <a:solidFill>
              <a:srgbClr val="A67520">
                <a:alpha val="100000"/>
              </a:srgbClr>
            </a:solidFill>
          </a:ln>
        </p:spPr>
      </p:sp>
      <p:sp>
        <p:nvSpPr>
          <p:cNvPr id="58" name="Shape 58"/>
          <p:cNvSpPr/>
          <p:nvPr/>
        </p:nvSpPr>
        <p:spPr>
          <a:xfrm>
            <a:off x="82296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59" name="Shape 59"/>
          <p:cNvSpPr/>
          <p:nvPr/>
        </p:nvSpPr>
        <p:spPr>
          <a:xfrm>
            <a:off x="126187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0" name="Shape 60"/>
          <p:cNvSpPr/>
          <p:nvPr/>
        </p:nvSpPr>
        <p:spPr>
          <a:xfrm>
            <a:off x="170078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1" name="Shape 61"/>
          <p:cNvSpPr/>
          <p:nvPr/>
        </p:nvSpPr>
        <p:spPr>
          <a:xfrm>
            <a:off x="213969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2" name="Shape 62"/>
          <p:cNvSpPr/>
          <p:nvPr/>
        </p:nvSpPr>
        <p:spPr>
          <a:xfrm>
            <a:off x="257860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3" name="Shape 63"/>
          <p:cNvSpPr/>
          <p:nvPr/>
        </p:nvSpPr>
        <p:spPr>
          <a:xfrm>
            <a:off x="301752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4" name="Shape 64"/>
          <p:cNvSpPr/>
          <p:nvPr/>
        </p:nvSpPr>
        <p:spPr>
          <a:xfrm>
            <a:off x="345643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5" name="Shape 65"/>
          <p:cNvSpPr/>
          <p:nvPr/>
        </p:nvSpPr>
        <p:spPr>
          <a:xfrm>
            <a:off x="389534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6" name="Shape 66"/>
          <p:cNvSpPr/>
          <p:nvPr/>
        </p:nvSpPr>
        <p:spPr>
          <a:xfrm>
            <a:off x="433425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7" name="Shape 67"/>
          <p:cNvSpPr/>
          <p:nvPr/>
        </p:nvSpPr>
        <p:spPr>
          <a:xfrm>
            <a:off x="477316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8" name="Shape 68"/>
          <p:cNvSpPr/>
          <p:nvPr/>
        </p:nvSpPr>
        <p:spPr>
          <a:xfrm>
            <a:off x="521208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69" name="Shape 69"/>
          <p:cNvSpPr/>
          <p:nvPr/>
        </p:nvSpPr>
        <p:spPr>
          <a:xfrm>
            <a:off x="565099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0" name="Shape 70"/>
          <p:cNvSpPr/>
          <p:nvPr/>
        </p:nvSpPr>
        <p:spPr>
          <a:xfrm>
            <a:off x="608990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1" name="Shape 71"/>
          <p:cNvSpPr/>
          <p:nvPr/>
        </p:nvSpPr>
        <p:spPr>
          <a:xfrm>
            <a:off x="652881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2" name="Shape 72"/>
          <p:cNvSpPr/>
          <p:nvPr/>
        </p:nvSpPr>
        <p:spPr>
          <a:xfrm>
            <a:off x="696772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3" name="Shape 73"/>
          <p:cNvSpPr/>
          <p:nvPr/>
        </p:nvSpPr>
        <p:spPr>
          <a:xfrm>
            <a:off x="740664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4" name="Shape 74"/>
          <p:cNvSpPr/>
          <p:nvPr/>
        </p:nvSpPr>
        <p:spPr>
          <a:xfrm>
            <a:off x="784555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5" name="Shape 75"/>
          <p:cNvSpPr/>
          <p:nvPr/>
        </p:nvSpPr>
        <p:spPr>
          <a:xfrm>
            <a:off x="828446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6" name="Shape 76"/>
          <p:cNvSpPr/>
          <p:nvPr/>
        </p:nvSpPr>
        <p:spPr>
          <a:xfrm>
            <a:off x="872337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7" name="Shape 77"/>
          <p:cNvSpPr/>
          <p:nvPr/>
        </p:nvSpPr>
        <p:spPr>
          <a:xfrm>
            <a:off x="916228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8" name="Shape 78"/>
          <p:cNvSpPr/>
          <p:nvPr/>
        </p:nvSpPr>
        <p:spPr>
          <a:xfrm>
            <a:off x="960120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79" name="Shape 79"/>
          <p:cNvSpPr/>
          <p:nvPr/>
        </p:nvSpPr>
        <p:spPr>
          <a:xfrm>
            <a:off x="1004011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80" name="Shape 80"/>
          <p:cNvSpPr/>
          <p:nvPr/>
        </p:nvSpPr>
        <p:spPr>
          <a:xfrm>
            <a:off x="1047902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81" name="Shape 81"/>
          <p:cNvSpPr/>
          <p:nvPr/>
        </p:nvSpPr>
        <p:spPr>
          <a:xfrm>
            <a:off x="1091793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82" name="Shape 82"/>
          <p:cNvSpPr/>
          <p:nvPr/>
        </p:nvSpPr>
        <p:spPr>
          <a:xfrm>
            <a:off x="1135684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83" name="Shape 83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84" name="Text 84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theme10 · theme10_page037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金色指数风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0" name="Shape 90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FC2A7">
                <a:alpha val="100000"/>
              </a:srgbClr>
            </a:solidFill>
          </a:ln>
        </p:spPr>
      </p:sp>
      <p:sp>
        <p:nvSpPr>
          <p:cNvPr id="91" name="Shape 91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92" name="Text 92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96" name="Shape 96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7355A9">
                <a:alpha val="100000"/>
              </a:srgbClr>
            </a:solidFill>
          </a:ln>
        </p:spPr>
      </p:sp>
      <p:sp>
        <p:nvSpPr>
          <p:cNvPr id="97" name="Shape 97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98" name="Text 98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98A9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98A9C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398A9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98A9C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102" name="Shape 102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398A9C">
                <a:alpha val="100000"/>
              </a:srgbClr>
            </a:solidFill>
          </a:ln>
        </p:spPr>
      </p:sp>
      <p:sp>
        <p:nvSpPr>
          <p:cNvPr id="103" name="Shape 103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04" name="Text 104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108" name="Shape 108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A67520">
                <a:alpha val="100000"/>
              </a:srgbClr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2EEE4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/>
        </p:nvSpPr>
        <p:spPr>
          <a:xfrm>
            <a:off x="658368" y="338328"/>
            <a:ext cx="10817352" cy="1"/>
          </a:xfrm>
          <a:prstGeom prst="line">
            <a:avLst/>
          </a:prstGeom>
          <a:noFill/>
          <a:ln w="15240" cap="flat">
            <a:solidFill>
              <a:srgbClr val="A67520">
                <a:alpha val="100000"/>
              </a:srgbClr>
            </a:solidFill>
          </a:ln>
        </p:spPr>
      </p:sp>
      <p:sp>
        <p:nvSpPr>
          <p:cNvPr id="111" name="Shape 111"/>
          <p:cNvSpPr/>
          <p:nvPr/>
        </p:nvSpPr>
        <p:spPr>
          <a:xfrm>
            <a:off x="82296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2" name="Shape 112"/>
          <p:cNvSpPr/>
          <p:nvPr/>
        </p:nvSpPr>
        <p:spPr>
          <a:xfrm>
            <a:off x="126187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3" name="Shape 113"/>
          <p:cNvSpPr/>
          <p:nvPr/>
        </p:nvSpPr>
        <p:spPr>
          <a:xfrm>
            <a:off x="170078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4" name="Shape 114"/>
          <p:cNvSpPr/>
          <p:nvPr/>
        </p:nvSpPr>
        <p:spPr>
          <a:xfrm>
            <a:off x="213969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5" name="Shape 115"/>
          <p:cNvSpPr/>
          <p:nvPr/>
        </p:nvSpPr>
        <p:spPr>
          <a:xfrm>
            <a:off x="257860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6" name="Shape 116"/>
          <p:cNvSpPr/>
          <p:nvPr/>
        </p:nvSpPr>
        <p:spPr>
          <a:xfrm>
            <a:off x="301752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7" name="Shape 117"/>
          <p:cNvSpPr/>
          <p:nvPr/>
        </p:nvSpPr>
        <p:spPr>
          <a:xfrm>
            <a:off x="345643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8" name="Shape 118"/>
          <p:cNvSpPr/>
          <p:nvPr/>
        </p:nvSpPr>
        <p:spPr>
          <a:xfrm>
            <a:off x="389534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19" name="Shape 119"/>
          <p:cNvSpPr/>
          <p:nvPr/>
        </p:nvSpPr>
        <p:spPr>
          <a:xfrm>
            <a:off x="433425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0" name="Shape 120"/>
          <p:cNvSpPr/>
          <p:nvPr/>
        </p:nvSpPr>
        <p:spPr>
          <a:xfrm>
            <a:off x="477316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1" name="Shape 121"/>
          <p:cNvSpPr/>
          <p:nvPr/>
        </p:nvSpPr>
        <p:spPr>
          <a:xfrm>
            <a:off x="521208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2" name="Shape 122"/>
          <p:cNvSpPr/>
          <p:nvPr/>
        </p:nvSpPr>
        <p:spPr>
          <a:xfrm>
            <a:off x="565099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3" name="Shape 123"/>
          <p:cNvSpPr/>
          <p:nvPr/>
        </p:nvSpPr>
        <p:spPr>
          <a:xfrm>
            <a:off x="608990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4" name="Shape 124"/>
          <p:cNvSpPr/>
          <p:nvPr/>
        </p:nvSpPr>
        <p:spPr>
          <a:xfrm>
            <a:off x="652881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5" name="Shape 125"/>
          <p:cNvSpPr/>
          <p:nvPr/>
        </p:nvSpPr>
        <p:spPr>
          <a:xfrm>
            <a:off x="696772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6" name="Shape 126"/>
          <p:cNvSpPr/>
          <p:nvPr/>
        </p:nvSpPr>
        <p:spPr>
          <a:xfrm>
            <a:off x="740664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784555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828446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29" name="Shape 129"/>
          <p:cNvSpPr/>
          <p:nvPr/>
        </p:nvSpPr>
        <p:spPr>
          <a:xfrm>
            <a:off x="872337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0" name="Shape 130"/>
          <p:cNvSpPr/>
          <p:nvPr/>
        </p:nvSpPr>
        <p:spPr>
          <a:xfrm>
            <a:off x="916228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1" name="Shape 131"/>
          <p:cNvSpPr/>
          <p:nvPr/>
        </p:nvSpPr>
        <p:spPr>
          <a:xfrm>
            <a:off x="960120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2" name="Shape 132"/>
          <p:cNvSpPr/>
          <p:nvPr/>
        </p:nvSpPr>
        <p:spPr>
          <a:xfrm>
            <a:off x="1004011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3" name="Shape 133"/>
          <p:cNvSpPr/>
          <p:nvPr/>
        </p:nvSpPr>
        <p:spPr>
          <a:xfrm>
            <a:off x="1047902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4" name="Shape 134"/>
          <p:cNvSpPr/>
          <p:nvPr/>
        </p:nvSpPr>
        <p:spPr>
          <a:xfrm>
            <a:off x="1091793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5" name="Shape 135"/>
          <p:cNvSpPr/>
          <p:nvPr/>
        </p:nvSpPr>
        <p:spPr>
          <a:xfrm>
            <a:off x="1135684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6" name="Shape 136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37" name="Text 13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theme10 · theme10_page056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金色指数风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3" name="Shape 143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44" name="Shape 144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E9DFC8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45" name="Text 145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A6752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A6752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149" name="Shape 149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50" name="Text 150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154" name="Shape 154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55" name="Text 155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159" name="Shape 159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2EEE4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/>
        </p:nvSpPr>
        <p:spPr>
          <a:xfrm>
            <a:off x="658368" y="338328"/>
            <a:ext cx="10817352" cy="1"/>
          </a:xfrm>
          <a:prstGeom prst="line">
            <a:avLst/>
          </a:prstGeom>
          <a:noFill/>
          <a:ln w="15240" cap="flat">
            <a:solidFill>
              <a:srgbClr val="A67520">
                <a:alpha val="100000"/>
              </a:srgbClr>
            </a:solidFill>
          </a:ln>
        </p:spPr>
      </p:sp>
      <p:sp>
        <p:nvSpPr>
          <p:cNvPr id="166" name="Shape 166"/>
          <p:cNvSpPr/>
          <p:nvPr/>
        </p:nvSpPr>
        <p:spPr>
          <a:xfrm>
            <a:off x="82296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67" name="Shape 167"/>
          <p:cNvSpPr/>
          <p:nvPr/>
        </p:nvSpPr>
        <p:spPr>
          <a:xfrm>
            <a:off x="126187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68" name="Shape 168"/>
          <p:cNvSpPr/>
          <p:nvPr/>
        </p:nvSpPr>
        <p:spPr>
          <a:xfrm>
            <a:off x="170078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69" name="Shape 169"/>
          <p:cNvSpPr/>
          <p:nvPr/>
        </p:nvSpPr>
        <p:spPr>
          <a:xfrm>
            <a:off x="213969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0" name="Shape 170"/>
          <p:cNvSpPr/>
          <p:nvPr/>
        </p:nvSpPr>
        <p:spPr>
          <a:xfrm>
            <a:off x="257860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1" name="Shape 171"/>
          <p:cNvSpPr/>
          <p:nvPr/>
        </p:nvSpPr>
        <p:spPr>
          <a:xfrm>
            <a:off x="301752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2" name="Shape 172"/>
          <p:cNvSpPr/>
          <p:nvPr/>
        </p:nvSpPr>
        <p:spPr>
          <a:xfrm>
            <a:off x="345643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3" name="Shape 173"/>
          <p:cNvSpPr/>
          <p:nvPr/>
        </p:nvSpPr>
        <p:spPr>
          <a:xfrm>
            <a:off x="389534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4" name="Shape 174"/>
          <p:cNvSpPr/>
          <p:nvPr/>
        </p:nvSpPr>
        <p:spPr>
          <a:xfrm>
            <a:off x="433425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5" name="Shape 175"/>
          <p:cNvSpPr/>
          <p:nvPr/>
        </p:nvSpPr>
        <p:spPr>
          <a:xfrm>
            <a:off x="477316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6" name="Shape 176"/>
          <p:cNvSpPr/>
          <p:nvPr/>
        </p:nvSpPr>
        <p:spPr>
          <a:xfrm>
            <a:off x="521208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7" name="Shape 177"/>
          <p:cNvSpPr/>
          <p:nvPr/>
        </p:nvSpPr>
        <p:spPr>
          <a:xfrm>
            <a:off x="565099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8" name="Shape 178"/>
          <p:cNvSpPr/>
          <p:nvPr/>
        </p:nvSpPr>
        <p:spPr>
          <a:xfrm>
            <a:off x="608990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79" name="Shape 179"/>
          <p:cNvSpPr/>
          <p:nvPr/>
        </p:nvSpPr>
        <p:spPr>
          <a:xfrm>
            <a:off x="652881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0" name="Shape 180"/>
          <p:cNvSpPr/>
          <p:nvPr/>
        </p:nvSpPr>
        <p:spPr>
          <a:xfrm>
            <a:off x="696772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1" name="Shape 181"/>
          <p:cNvSpPr/>
          <p:nvPr/>
        </p:nvSpPr>
        <p:spPr>
          <a:xfrm>
            <a:off x="740664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2" name="Shape 182"/>
          <p:cNvSpPr/>
          <p:nvPr/>
        </p:nvSpPr>
        <p:spPr>
          <a:xfrm>
            <a:off x="784555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3" name="Shape 183"/>
          <p:cNvSpPr/>
          <p:nvPr/>
        </p:nvSpPr>
        <p:spPr>
          <a:xfrm>
            <a:off x="828446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4" name="Shape 184"/>
          <p:cNvSpPr/>
          <p:nvPr/>
        </p:nvSpPr>
        <p:spPr>
          <a:xfrm>
            <a:off x="872337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5" name="Shape 185"/>
          <p:cNvSpPr/>
          <p:nvPr/>
        </p:nvSpPr>
        <p:spPr>
          <a:xfrm>
            <a:off x="916228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6" name="Shape 186"/>
          <p:cNvSpPr/>
          <p:nvPr/>
        </p:nvSpPr>
        <p:spPr>
          <a:xfrm>
            <a:off x="960120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7" name="Shape 187"/>
          <p:cNvSpPr/>
          <p:nvPr/>
        </p:nvSpPr>
        <p:spPr>
          <a:xfrm>
            <a:off x="1004011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8" name="Shape 188"/>
          <p:cNvSpPr/>
          <p:nvPr/>
        </p:nvSpPr>
        <p:spPr>
          <a:xfrm>
            <a:off x="1047902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89" name="Shape 189"/>
          <p:cNvSpPr/>
          <p:nvPr/>
        </p:nvSpPr>
        <p:spPr>
          <a:xfrm>
            <a:off x="1091793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90" name="Shape 190"/>
          <p:cNvSpPr/>
          <p:nvPr/>
        </p:nvSpPr>
        <p:spPr>
          <a:xfrm>
            <a:off x="1135684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191" name="Shape 191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92" name="Text 192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theme10 · theme10_page031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金色指数风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8" name="Shape 198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FC2A7">
                <a:alpha val="100000"/>
              </a:srgbClr>
            </a:solidFill>
          </a:ln>
        </p:spPr>
      </p:sp>
      <p:sp>
        <p:nvSpPr>
          <p:cNvPr id="199" name="Shape 199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CFC2A7">
                <a:alpha val="100000"/>
              </a:srgbClr>
            </a:solidFill>
          </a:ln>
        </p:spPr>
      </p:sp>
      <p:sp>
        <p:nvSpPr>
          <p:cNvPr id="200" name="Shape 200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F2EEE4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201" name="Text 201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204" name="Shape 204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F2EEE4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205" name="Text 205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208" name="Shape 208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F2EEE4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209" name="Text 209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2EEE4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/>
        </p:nvSpPr>
        <p:spPr>
          <a:xfrm>
            <a:off x="658368" y="338328"/>
            <a:ext cx="10817352" cy="1"/>
          </a:xfrm>
          <a:prstGeom prst="line">
            <a:avLst/>
          </a:prstGeom>
          <a:noFill/>
          <a:ln w="15240" cap="flat">
            <a:solidFill>
              <a:srgbClr val="A67520">
                <a:alpha val="100000"/>
              </a:srgbClr>
            </a:solidFill>
          </a:ln>
        </p:spPr>
      </p:sp>
      <p:sp>
        <p:nvSpPr>
          <p:cNvPr id="214" name="Shape 214"/>
          <p:cNvSpPr/>
          <p:nvPr/>
        </p:nvSpPr>
        <p:spPr>
          <a:xfrm>
            <a:off x="82296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15" name="Shape 215"/>
          <p:cNvSpPr/>
          <p:nvPr/>
        </p:nvSpPr>
        <p:spPr>
          <a:xfrm>
            <a:off x="126187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16" name="Shape 216"/>
          <p:cNvSpPr/>
          <p:nvPr/>
        </p:nvSpPr>
        <p:spPr>
          <a:xfrm>
            <a:off x="170078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17" name="Shape 217"/>
          <p:cNvSpPr/>
          <p:nvPr/>
        </p:nvSpPr>
        <p:spPr>
          <a:xfrm>
            <a:off x="213969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18" name="Shape 218"/>
          <p:cNvSpPr/>
          <p:nvPr/>
        </p:nvSpPr>
        <p:spPr>
          <a:xfrm>
            <a:off x="257860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19" name="Shape 219"/>
          <p:cNvSpPr/>
          <p:nvPr/>
        </p:nvSpPr>
        <p:spPr>
          <a:xfrm>
            <a:off x="301752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0" name="Shape 220"/>
          <p:cNvSpPr/>
          <p:nvPr/>
        </p:nvSpPr>
        <p:spPr>
          <a:xfrm>
            <a:off x="345643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1" name="Shape 221"/>
          <p:cNvSpPr/>
          <p:nvPr/>
        </p:nvSpPr>
        <p:spPr>
          <a:xfrm>
            <a:off x="389534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2" name="Shape 222"/>
          <p:cNvSpPr/>
          <p:nvPr/>
        </p:nvSpPr>
        <p:spPr>
          <a:xfrm>
            <a:off x="433425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3" name="Shape 223"/>
          <p:cNvSpPr/>
          <p:nvPr/>
        </p:nvSpPr>
        <p:spPr>
          <a:xfrm>
            <a:off x="477316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4" name="Shape 224"/>
          <p:cNvSpPr/>
          <p:nvPr/>
        </p:nvSpPr>
        <p:spPr>
          <a:xfrm>
            <a:off x="521208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5" name="Shape 225"/>
          <p:cNvSpPr/>
          <p:nvPr/>
        </p:nvSpPr>
        <p:spPr>
          <a:xfrm>
            <a:off x="565099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6" name="Shape 226"/>
          <p:cNvSpPr/>
          <p:nvPr/>
        </p:nvSpPr>
        <p:spPr>
          <a:xfrm>
            <a:off x="608990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7" name="Shape 227"/>
          <p:cNvSpPr/>
          <p:nvPr/>
        </p:nvSpPr>
        <p:spPr>
          <a:xfrm>
            <a:off x="652881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8" name="Shape 228"/>
          <p:cNvSpPr/>
          <p:nvPr/>
        </p:nvSpPr>
        <p:spPr>
          <a:xfrm>
            <a:off x="696772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29" name="Shape 229"/>
          <p:cNvSpPr/>
          <p:nvPr/>
        </p:nvSpPr>
        <p:spPr>
          <a:xfrm>
            <a:off x="740664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0" name="Shape 230"/>
          <p:cNvSpPr/>
          <p:nvPr/>
        </p:nvSpPr>
        <p:spPr>
          <a:xfrm>
            <a:off x="784555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1" name="Shape 231"/>
          <p:cNvSpPr/>
          <p:nvPr/>
        </p:nvSpPr>
        <p:spPr>
          <a:xfrm>
            <a:off x="828446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2" name="Shape 232"/>
          <p:cNvSpPr/>
          <p:nvPr/>
        </p:nvSpPr>
        <p:spPr>
          <a:xfrm>
            <a:off x="872337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3" name="Shape 233"/>
          <p:cNvSpPr/>
          <p:nvPr/>
        </p:nvSpPr>
        <p:spPr>
          <a:xfrm>
            <a:off x="916228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4" name="Shape 234"/>
          <p:cNvSpPr/>
          <p:nvPr/>
        </p:nvSpPr>
        <p:spPr>
          <a:xfrm>
            <a:off x="960120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5" name="Shape 235"/>
          <p:cNvSpPr/>
          <p:nvPr/>
        </p:nvSpPr>
        <p:spPr>
          <a:xfrm>
            <a:off x="1004011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6" name="Shape 236"/>
          <p:cNvSpPr/>
          <p:nvPr/>
        </p:nvSpPr>
        <p:spPr>
          <a:xfrm>
            <a:off x="1047902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7" name="Shape 237"/>
          <p:cNvSpPr/>
          <p:nvPr/>
        </p:nvSpPr>
        <p:spPr>
          <a:xfrm>
            <a:off x="1091793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8" name="Shape 238"/>
          <p:cNvSpPr/>
          <p:nvPr/>
        </p:nvSpPr>
        <p:spPr>
          <a:xfrm>
            <a:off x="1135684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39" name="Shape 239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240" name="Text 24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theme10 · theme10_page068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金色指数风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6" name="Shape 24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FC2A7">
                <a:alpha val="100000"/>
              </a:srgbClr>
            </a:solidFill>
          </a:ln>
        </p:spPr>
      </p:sp>
      <p:sp>
        <p:nvSpPr>
          <p:cNvPr id="247" name="Shape 24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248" name="Shape 24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E9DFC8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249" name="Text 24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A6752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A6752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251" name="Shape 25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747B83">
              <a:alpha val="100000"/>
            </a:srgbClr>
          </a:solidFill>
          <a:ln w="10160" cap="flat">
            <a:solidFill>
              <a:srgbClr val="747B83">
                <a:alpha val="100000"/>
              </a:srgbClr>
            </a:solidFill>
          </a:ln>
        </p:spPr>
      </p:sp>
      <p:sp>
        <p:nvSpPr>
          <p:cNvPr id="252" name="Text 25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254" name="Shape 25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747B83">
              <a:alpha val="100000"/>
            </a:srgbClr>
          </a:solidFill>
          <a:ln w="10160" cap="flat">
            <a:solidFill>
              <a:srgbClr val="747B83">
                <a:alpha val="100000"/>
              </a:srgbClr>
            </a:solidFill>
          </a:ln>
        </p:spPr>
      </p:sp>
      <p:sp>
        <p:nvSpPr>
          <p:cNvPr id="255" name="Text 25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257" name="Shape 25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A67520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258" name="Text 25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260" name="Shape 26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A67520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261" name="Text 26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2EEE4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/>
          <p:nvPr/>
        </p:nvSpPr>
        <p:spPr>
          <a:xfrm>
            <a:off x="658368" y="338328"/>
            <a:ext cx="10817352" cy="1"/>
          </a:xfrm>
          <a:prstGeom prst="line">
            <a:avLst/>
          </a:prstGeom>
          <a:noFill/>
          <a:ln w="15240" cap="flat">
            <a:solidFill>
              <a:srgbClr val="A67520">
                <a:alpha val="100000"/>
              </a:srgbClr>
            </a:solidFill>
          </a:ln>
        </p:spPr>
      </p:sp>
      <p:sp>
        <p:nvSpPr>
          <p:cNvPr id="265" name="Shape 265"/>
          <p:cNvSpPr/>
          <p:nvPr/>
        </p:nvSpPr>
        <p:spPr>
          <a:xfrm>
            <a:off x="82296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66" name="Shape 266"/>
          <p:cNvSpPr/>
          <p:nvPr/>
        </p:nvSpPr>
        <p:spPr>
          <a:xfrm>
            <a:off x="126187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67" name="Shape 267"/>
          <p:cNvSpPr/>
          <p:nvPr/>
        </p:nvSpPr>
        <p:spPr>
          <a:xfrm>
            <a:off x="170078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68" name="Shape 268"/>
          <p:cNvSpPr/>
          <p:nvPr/>
        </p:nvSpPr>
        <p:spPr>
          <a:xfrm>
            <a:off x="213969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69" name="Shape 269"/>
          <p:cNvSpPr/>
          <p:nvPr/>
        </p:nvSpPr>
        <p:spPr>
          <a:xfrm>
            <a:off x="257860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0" name="Shape 270"/>
          <p:cNvSpPr/>
          <p:nvPr/>
        </p:nvSpPr>
        <p:spPr>
          <a:xfrm>
            <a:off x="301752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1" name="Shape 271"/>
          <p:cNvSpPr/>
          <p:nvPr/>
        </p:nvSpPr>
        <p:spPr>
          <a:xfrm>
            <a:off x="345643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2" name="Shape 272"/>
          <p:cNvSpPr/>
          <p:nvPr/>
        </p:nvSpPr>
        <p:spPr>
          <a:xfrm>
            <a:off x="389534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3" name="Shape 273"/>
          <p:cNvSpPr/>
          <p:nvPr/>
        </p:nvSpPr>
        <p:spPr>
          <a:xfrm>
            <a:off x="433425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4" name="Shape 274"/>
          <p:cNvSpPr/>
          <p:nvPr/>
        </p:nvSpPr>
        <p:spPr>
          <a:xfrm>
            <a:off x="477316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5" name="Shape 275"/>
          <p:cNvSpPr/>
          <p:nvPr/>
        </p:nvSpPr>
        <p:spPr>
          <a:xfrm>
            <a:off x="521208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6" name="Shape 276"/>
          <p:cNvSpPr/>
          <p:nvPr/>
        </p:nvSpPr>
        <p:spPr>
          <a:xfrm>
            <a:off x="565099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7" name="Shape 277"/>
          <p:cNvSpPr/>
          <p:nvPr/>
        </p:nvSpPr>
        <p:spPr>
          <a:xfrm>
            <a:off x="608990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8" name="Shape 278"/>
          <p:cNvSpPr/>
          <p:nvPr/>
        </p:nvSpPr>
        <p:spPr>
          <a:xfrm>
            <a:off x="652881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79" name="Shape 279"/>
          <p:cNvSpPr/>
          <p:nvPr/>
        </p:nvSpPr>
        <p:spPr>
          <a:xfrm>
            <a:off x="696772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0" name="Shape 280"/>
          <p:cNvSpPr/>
          <p:nvPr/>
        </p:nvSpPr>
        <p:spPr>
          <a:xfrm>
            <a:off x="740664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1" name="Shape 281"/>
          <p:cNvSpPr/>
          <p:nvPr/>
        </p:nvSpPr>
        <p:spPr>
          <a:xfrm>
            <a:off x="784555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2" name="Shape 282"/>
          <p:cNvSpPr/>
          <p:nvPr/>
        </p:nvSpPr>
        <p:spPr>
          <a:xfrm>
            <a:off x="828446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3" name="Shape 283"/>
          <p:cNvSpPr/>
          <p:nvPr/>
        </p:nvSpPr>
        <p:spPr>
          <a:xfrm>
            <a:off x="872337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4" name="Shape 284"/>
          <p:cNvSpPr/>
          <p:nvPr/>
        </p:nvSpPr>
        <p:spPr>
          <a:xfrm>
            <a:off x="916228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5" name="Shape 285"/>
          <p:cNvSpPr/>
          <p:nvPr/>
        </p:nvSpPr>
        <p:spPr>
          <a:xfrm>
            <a:off x="960120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6" name="Shape 286"/>
          <p:cNvSpPr/>
          <p:nvPr/>
        </p:nvSpPr>
        <p:spPr>
          <a:xfrm>
            <a:off x="1004011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7" name="Shape 287"/>
          <p:cNvSpPr/>
          <p:nvPr/>
        </p:nvSpPr>
        <p:spPr>
          <a:xfrm>
            <a:off x="1047902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8" name="Shape 288"/>
          <p:cNvSpPr/>
          <p:nvPr/>
        </p:nvSpPr>
        <p:spPr>
          <a:xfrm>
            <a:off x="1091793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89" name="Shape 289"/>
          <p:cNvSpPr/>
          <p:nvPr/>
        </p:nvSpPr>
        <p:spPr>
          <a:xfrm>
            <a:off x="1135684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290" name="Shape 290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291" name="Text 29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theme10 · theme10_page034</a:t>
            </a:r>
          </a:p>
        </p:txBody>
      </p:sp>
      <p:sp>
        <p:nvSpPr>
          <p:cNvPr id="292" name="Text 29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金色指数风</a:t>
            </a:r>
          </a:p>
        </p:txBody>
      </p:sp>
      <p:sp>
        <p:nvSpPr>
          <p:cNvPr id="293" name="Text 293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294" name="Text 294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295" name="Text 295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296" name="Text 296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7" name="Shape 297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FC2A7">
                <a:alpha val="100000"/>
              </a:srgbClr>
            </a:solidFill>
          </a:ln>
        </p:spPr>
      </p:sp>
      <p:sp>
        <p:nvSpPr>
          <p:cNvPr id="298" name="Text 298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299" name="Shape 299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00" name="Shape 300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01" name="Shape 301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CFC2A7">
                <a:alpha val="55000"/>
              </a:srgbClr>
            </a:solidFill>
          </a:ln>
        </p:spPr>
      </p:sp>
      <p:sp>
        <p:nvSpPr>
          <p:cNvPr id="302" name="Text 302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3" name="Shape 303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CFC2A7">
                <a:alpha val="55000"/>
              </a:srgbClr>
            </a:solidFill>
          </a:ln>
        </p:spPr>
      </p:sp>
      <p:sp>
        <p:nvSpPr>
          <p:cNvPr id="304" name="Text 304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05" name="Shape 305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CFC2A7">
                <a:alpha val="55000"/>
              </a:srgbClr>
            </a:solidFill>
          </a:ln>
        </p:spPr>
      </p:sp>
      <p:sp>
        <p:nvSpPr>
          <p:cNvPr id="306" name="Text 306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307" name="Shape 307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CFC2A7">
                <a:alpha val="55000"/>
              </a:srgbClr>
            </a:solidFill>
          </a:ln>
        </p:spPr>
      </p:sp>
      <p:sp>
        <p:nvSpPr>
          <p:cNvPr id="308" name="Text 308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309" name="Shape 309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CFC2A7">
                <a:alpha val="55000"/>
              </a:srgbClr>
            </a:solidFill>
          </a:ln>
        </p:spPr>
      </p:sp>
      <p:sp>
        <p:nvSpPr>
          <p:cNvPr id="310" name="Text 310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11" name="Shape 311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A67520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12" name="Text 312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314" name="Shape 314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15" name="Shape 315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A67520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16" name="Text 316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318" name="Shape 318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19" name="Shape 319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A67520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20" name="Text 320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322" name="Shape 322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23" name="Shape 323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A67520">
              <a:alpha val="100000"/>
            </a:srgbClr>
          </a:solidFill>
          <a:ln w="1016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24" name="Text 324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326" name="Shape 326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27" name="Text 327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02B39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2EEE4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/>
          <p:nvPr/>
        </p:nvSpPr>
        <p:spPr>
          <a:xfrm>
            <a:off x="658368" y="338328"/>
            <a:ext cx="10817352" cy="1"/>
          </a:xfrm>
          <a:prstGeom prst="line">
            <a:avLst/>
          </a:prstGeom>
          <a:noFill/>
          <a:ln w="1524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30" name="Shape 330"/>
          <p:cNvSpPr/>
          <p:nvPr/>
        </p:nvSpPr>
        <p:spPr>
          <a:xfrm>
            <a:off x="82296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1" name="Shape 331"/>
          <p:cNvSpPr/>
          <p:nvPr/>
        </p:nvSpPr>
        <p:spPr>
          <a:xfrm>
            <a:off x="126187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2" name="Shape 332"/>
          <p:cNvSpPr/>
          <p:nvPr/>
        </p:nvSpPr>
        <p:spPr>
          <a:xfrm>
            <a:off x="170078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3" name="Shape 333"/>
          <p:cNvSpPr/>
          <p:nvPr/>
        </p:nvSpPr>
        <p:spPr>
          <a:xfrm>
            <a:off x="213969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4" name="Shape 334"/>
          <p:cNvSpPr/>
          <p:nvPr/>
        </p:nvSpPr>
        <p:spPr>
          <a:xfrm>
            <a:off x="257860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5" name="Shape 335"/>
          <p:cNvSpPr/>
          <p:nvPr/>
        </p:nvSpPr>
        <p:spPr>
          <a:xfrm>
            <a:off x="301752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6" name="Shape 336"/>
          <p:cNvSpPr/>
          <p:nvPr/>
        </p:nvSpPr>
        <p:spPr>
          <a:xfrm>
            <a:off x="345643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7" name="Shape 337"/>
          <p:cNvSpPr/>
          <p:nvPr/>
        </p:nvSpPr>
        <p:spPr>
          <a:xfrm>
            <a:off x="389534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8" name="Shape 338"/>
          <p:cNvSpPr/>
          <p:nvPr/>
        </p:nvSpPr>
        <p:spPr>
          <a:xfrm>
            <a:off x="433425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39" name="Shape 339"/>
          <p:cNvSpPr/>
          <p:nvPr/>
        </p:nvSpPr>
        <p:spPr>
          <a:xfrm>
            <a:off x="477316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0" name="Shape 340"/>
          <p:cNvSpPr/>
          <p:nvPr/>
        </p:nvSpPr>
        <p:spPr>
          <a:xfrm>
            <a:off x="521208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1" name="Shape 341"/>
          <p:cNvSpPr/>
          <p:nvPr/>
        </p:nvSpPr>
        <p:spPr>
          <a:xfrm>
            <a:off x="565099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2" name="Shape 342"/>
          <p:cNvSpPr/>
          <p:nvPr/>
        </p:nvSpPr>
        <p:spPr>
          <a:xfrm>
            <a:off x="608990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3" name="Shape 343"/>
          <p:cNvSpPr/>
          <p:nvPr/>
        </p:nvSpPr>
        <p:spPr>
          <a:xfrm>
            <a:off x="652881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4" name="Shape 344"/>
          <p:cNvSpPr/>
          <p:nvPr/>
        </p:nvSpPr>
        <p:spPr>
          <a:xfrm>
            <a:off x="696772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5" name="Shape 345"/>
          <p:cNvSpPr/>
          <p:nvPr/>
        </p:nvSpPr>
        <p:spPr>
          <a:xfrm>
            <a:off x="740664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6" name="Shape 346"/>
          <p:cNvSpPr/>
          <p:nvPr/>
        </p:nvSpPr>
        <p:spPr>
          <a:xfrm>
            <a:off x="784555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7" name="Shape 347"/>
          <p:cNvSpPr/>
          <p:nvPr/>
        </p:nvSpPr>
        <p:spPr>
          <a:xfrm>
            <a:off x="828446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8" name="Shape 348"/>
          <p:cNvSpPr/>
          <p:nvPr/>
        </p:nvSpPr>
        <p:spPr>
          <a:xfrm>
            <a:off x="872337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49" name="Shape 349"/>
          <p:cNvSpPr/>
          <p:nvPr/>
        </p:nvSpPr>
        <p:spPr>
          <a:xfrm>
            <a:off x="916228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50" name="Shape 350"/>
          <p:cNvSpPr/>
          <p:nvPr/>
        </p:nvSpPr>
        <p:spPr>
          <a:xfrm>
            <a:off x="960120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51" name="Shape 351"/>
          <p:cNvSpPr/>
          <p:nvPr/>
        </p:nvSpPr>
        <p:spPr>
          <a:xfrm>
            <a:off x="1004011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52" name="Shape 352"/>
          <p:cNvSpPr/>
          <p:nvPr/>
        </p:nvSpPr>
        <p:spPr>
          <a:xfrm>
            <a:off x="1047902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53" name="Shape 353"/>
          <p:cNvSpPr/>
          <p:nvPr/>
        </p:nvSpPr>
        <p:spPr>
          <a:xfrm>
            <a:off x="1091793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54" name="Shape 354"/>
          <p:cNvSpPr/>
          <p:nvPr/>
        </p:nvSpPr>
        <p:spPr>
          <a:xfrm>
            <a:off x="1135684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55" name="Shape 355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56" name="Text 35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theme10 · theme10_page006</a:t>
            </a:r>
          </a:p>
        </p:txBody>
      </p:sp>
      <p:sp>
        <p:nvSpPr>
          <p:cNvPr id="357" name="Text 35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金色指数风</a:t>
            </a:r>
          </a:p>
        </p:txBody>
      </p:sp>
      <p:sp>
        <p:nvSpPr>
          <p:cNvPr id="358" name="Text 35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359" name="Text 35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360" name="Text 36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361" name="Text 36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62" name="Shape 36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63" name="Shape 363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64" name="Text 364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65" name="Text 365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02B39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02B39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366" name="Text 366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367" name="Shape 367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68" name="Text 368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98A9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98A9C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69" name="Text 369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02B39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02B39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370" name="Text 370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371" name="Shape 371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372" name="Text 372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3" name="Text 373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02B39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02B39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374" name="Text 374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375" name="Text 375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2EEE4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/>
          <p:nvPr/>
        </p:nvSpPr>
        <p:spPr>
          <a:xfrm>
            <a:off x="658368" y="338328"/>
            <a:ext cx="10817352" cy="1"/>
          </a:xfrm>
          <a:prstGeom prst="line">
            <a:avLst/>
          </a:prstGeom>
          <a:noFill/>
          <a:ln w="15240" cap="flat">
            <a:solidFill>
              <a:srgbClr val="A67520">
                <a:alpha val="100000"/>
              </a:srgbClr>
            </a:solidFill>
          </a:ln>
        </p:spPr>
      </p:sp>
      <p:sp>
        <p:nvSpPr>
          <p:cNvPr id="377" name="Shape 377"/>
          <p:cNvSpPr/>
          <p:nvPr/>
        </p:nvSpPr>
        <p:spPr>
          <a:xfrm>
            <a:off x="82296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78" name="Shape 378"/>
          <p:cNvSpPr/>
          <p:nvPr/>
        </p:nvSpPr>
        <p:spPr>
          <a:xfrm>
            <a:off x="126187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79" name="Shape 379"/>
          <p:cNvSpPr/>
          <p:nvPr/>
        </p:nvSpPr>
        <p:spPr>
          <a:xfrm>
            <a:off x="170078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0" name="Shape 380"/>
          <p:cNvSpPr/>
          <p:nvPr/>
        </p:nvSpPr>
        <p:spPr>
          <a:xfrm>
            <a:off x="213969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1" name="Shape 381"/>
          <p:cNvSpPr/>
          <p:nvPr/>
        </p:nvSpPr>
        <p:spPr>
          <a:xfrm>
            <a:off x="257860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2" name="Shape 382"/>
          <p:cNvSpPr/>
          <p:nvPr/>
        </p:nvSpPr>
        <p:spPr>
          <a:xfrm>
            <a:off x="301752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3" name="Shape 383"/>
          <p:cNvSpPr/>
          <p:nvPr/>
        </p:nvSpPr>
        <p:spPr>
          <a:xfrm>
            <a:off x="345643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4" name="Shape 384"/>
          <p:cNvSpPr/>
          <p:nvPr/>
        </p:nvSpPr>
        <p:spPr>
          <a:xfrm>
            <a:off x="389534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5" name="Shape 385"/>
          <p:cNvSpPr/>
          <p:nvPr/>
        </p:nvSpPr>
        <p:spPr>
          <a:xfrm>
            <a:off x="433425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6" name="Shape 386"/>
          <p:cNvSpPr/>
          <p:nvPr/>
        </p:nvSpPr>
        <p:spPr>
          <a:xfrm>
            <a:off x="477316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7" name="Shape 387"/>
          <p:cNvSpPr/>
          <p:nvPr/>
        </p:nvSpPr>
        <p:spPr>
          <a:xfrm>
            <a:off x="521208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8" name="Shape 388"/>
          <p:cNvSpPr/>
          <p:nvPr/>
        </p:nvSpPr>
        <p:spPr>
          <a:xfrm>
            <a:off x="565099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89" name="Shape 389"/>
          <p:cNvSpPr/>
          <p:nvPr/>
        </p:nvSpPr>
        <p:spPr>
          <a:xfrm>
            <a:off x="608990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0" name="Shape 390"/>
          <p:cNvSpPr/>
          <p:nvPr/>
        </p:nvSpPr>
        <p:spPr>
          <a:xfrm>
            <a:off x="652881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1" name="Shape 391"/>
          <p:cNvSpPr/>
          <p:nvPr/>
        </p:nvSpPr>
        <p:spPr>
          <a:xfrm>
            <a:off x="696772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2" name="Shape 392"/>
          <p:cNvSpPr/>
          <p:nvPr/>
        </p:nvSpPr>
        <p:spPr>
          <a:xfrm>
            <a:off x="740664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3" name="Shape 393"/>
          <p:cNvSpPr/>
          <p:nvPr/>
        </p:nvSpPr>
        <p:spPr>
          <a:xfrm>
            <a:off x="784555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4" name="Shape 394"/>
          <p:cNvSpPr/>
          <p:nvPr/>
        </p:nvSpPr>
        <p:spPr>
          <a:xfrm>
            <a:off x="828446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5" name="Shape 395"/>
          <p:cNvSpPr/>
          <p:nvPr/>
        </p:nvSpPr>
        <p:spPr>
          <a:xfrm>
            <a:off x="872337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6" name="Shape 396"/>
          <p:cNvSpPr/>
          <p:nvPr/>
        </p:nvSpPr>
        <p:spPr>
          <a:xfrm>
            <a:off x="916228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7" name="Shape 397"/>
          <p:cNvSpPr/>
          <p:nvPr/>
        </p:nvSpPr>
        <p:spPr>
          <a:xfrm>
            <a:off x="9601200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8" name="Shape 398"/>
          <p:cNvSpPr/>
          <p:nvPr/>
        </p:nvSpPr>
        <p:spPr>
          <a:xfrm>
            <a:off x="10040112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399" name="Shape 399"/>
          <p:cNvSpPr/>
          <p:nvPr/>
        </p:nvSpPr>
        <p:spPr>
          <a:xfrm>
            <a:off x="10479024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400" name="Shape 400"/>
          <p:cNvSpPr/>
          <p:nvPr/>
        </p:nvSpPr>
        <p:spPr>
          <a:xfrm>
            <a:off x="10917936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401" name="Shape 401"/>
          <p:cNvSpPr/>
          <p:nvPr/>
        </p:nvSpPr>
        <p:spPr>
          <a:xfrm>
            <a:off x="11356848" y="338328"/>
            <a:ext cx="1" cy="109728"/>
          </a:xfrm>
          <a:prstGeom prst="line">
            <a:avLst/>
          </a:prstGeom>
          <a:noFill/>
          <a:ln w="6985" cap="flat">
            <a:solidFill>
              <a:srgbClr val="CFC2A7">
                <a:alpha val="100000"/>
              </a:srgbClr>
            </a:solidFill>
          </a:ln>
        </p:spPr>
      </p:sp>
      <p:sp>
        <p:nvSpPr>
          <p:cNvPr id="402" name="Shape 402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403" name="Text 403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theme10 · theme10_page038</a:t>
            </a:r>
          </a:p>
        </p:txBody>
      </p:sp>
      <p:sp>
        <p:nvSpPr>
          <p:cNvPr id="404" name="Text 404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金色指数风</a:t>
            </a:r>
          </a:p>
        </p:txBody>
      </p:sp>
      <p:sp>
        <p:nvSpPr>
          <p:cNvPr id="405" name="Text 405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406" name="Text 406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202B3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407" name="Text 407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408" name="Shape 408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FC2A7">
                <a:alpha val="100000"/>
              </a:srgbClr>
            </a:solidFill>
          </a:ln>
        </p:spPr>
      </p:sp>
      <p:sp>
        <p:nvSpPr>
          <p:cNvPr id="409" name="Text 409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398A9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398A9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410" name="Text 410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747B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411" name="Text 411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A67520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412" name="Text 412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7355A9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47B83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主题示例｜theme10</dc:title>
  <dc:subject>展示 theme10 主题下的 Dashi PPT 内容组织、版式选择与可编辑交付</dc:subject>
  <dc:creator>Dashi PPT</dc:creator>
  <cp:lastModifiedBy>Dashi PPT</cp:lastModifiedBy>
  <dcterms:created xsi:type="dcterms:W3CDTF">2026-08-27T12:10:55.015Z</dcterms:created>
  <dcterms:modified xsi:type="dcterms:W3CDTF">2026-08-27T12:10:55.015Z</dcterms:modified>
</cp:coreProperties>
</file>