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9090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theme08_page004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THEME08  /  黑金实验风  /  ANTIGRAVITY EDITION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4" name="Shape 14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8" name="Shape 18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E3C47D">
                <a:alpha val="100000"/>
              </a:srgbClr>
            </a:solidFill>
            <a:tailEnd type="triangle" w="sm" len="sm"/>
          </a:ln>
        </p:spPr>
      </p:sp>
      <p:sp>
        <p:nvSpPr>
          <p:cNvPr id="19" name="Shape 19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3" name="Shape 23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BCA66A">
                <a:alpha val="100000"/>
              </a:srgbClr>
            </a:solidFill>
            <a:tailEnd type="triangle" w="sm" len="sm"/>
          </a:ln>
        </p:spPr>
      </p:sp>
      <p:sp>
        <p:nvSpPr>
          <p:cNvPr id="24" name="Shape 24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36" name="Shape 36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37" name="Shape 37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38" name="Shape 38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39" name="Shape 39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theme08_page084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6" name="Shape 4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47" name="Shape 47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52" name="Shape 52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E3C47D">
                <a:alpha val="100000"/>
              </a:srgbClr>
            </a:solidFill>
          </a:ln>
        </p:spPr>
      </p:sp>
      <p:sp>
        <p:nvSpPr>
          <p:cNvPr id="53" name="Shape 53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8" name="Shape 58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BCA66A">
                <a:alpha val="100000"/>
              </a:srgbClr>
            </a:solidFill>
          </a:ln>
        </p:spPr>
      </p:sp>
      <p:sp>
        <p:nvSpPr>
          <p:cNvPr id="59" name="Shape 59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60" name="Text 60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4" name="Shape 64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D8A94A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68" name="Shape 68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69" name="Shape 69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70" name="Shape 70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theme08_page008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7" name="Shape 7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241E13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79" name="Text 79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D8A94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D8A94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83" name="Shape 83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84" name="Text 84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8" name="Shape 88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89" name="Text 89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93" name="Shape 93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94" name="Text 94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00" name="Shape 100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01" name="Shape 101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02" name="Shape 102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104" name="Text 10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theme08_page060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0" name="Shape 110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11" name="Shape 111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12" name="Shape 112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090909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16" name="Shape 116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090909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17" name="Text 117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20" name="Shape 120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090909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26" name="Shape 126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29" name="Shape 129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theme08_page007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6" name="Shape 13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37" name="Shape 13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38" name="Shape 13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241E13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39" name="Text 13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D8A94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D8A94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41" name="Shape 14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AFA48F">
              <a:alpha val="100000"/>
            </a:srgbClr>
          </a:solidFill>
          <a:ln w="10160" cap="flat">
            <a:solidFill>
              <a:srgbClr val="AFA48F">
                <a:alpha val="100000"/>
              </a:srgbClr>
            </a:solidFill>
          </a:ln>
        </p:spPr>
      </p:sp>
      <p:sp>
        <p:nvSpPr>
          <p:cNvPr id="142" name="Text 14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44" name="Shape 14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AFA48F">
              <a:alpha val="100000"/>
            </a:srgbClr>
          </a:solidFill>
          <a:ln w="10160" cap="flat">
            <a:solidFill>
              <a:srgbClr val="AFA48F">
                <a:alpha val="100000"/>
              </a:srgbClr>
            </a:solidFill>
          </a:ln>
        </p:spPr>
      </p:sp>
      <p:sp>
        <p:nvSpPr>
          <p:cNvPr id="145" name="Text 14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47" name="Shape 14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48" name="Text 14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50" name="Shape 15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51" name="Text 15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55" name="Shape 155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58" name="Shape 158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159" name="Text 159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theme08_page052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5" name="Shape 165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67" name="Shape 16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68" name="Shape 168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69" name="Shape 169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4E422E">
                <a:alpha val="55000"/>
              </a:srgbClr>
            </a:solidFill>
          </a:ln>
        </p:spPr>
      </p:sp>
      <p:sp>
        <p:nvSpPr>
          <p:cNvPr id="170" name="Text 170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1" name="Shape 171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4E422E">
                <a:alpha val="55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73" name="Shape 173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4E422E">
                <a:alpha val="55000"/>
              </a:srgbClr>
            </a:solidFill>
          </a:ln>
        </p:spPr>
      </p:sp>
      <p:sp>
        <p:nvSpPr>
          <p:cNvPr id="174" name="Text 174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75" name="Shape 175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4E422E">
                <a:alpha val="55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77" name="Shape 177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4E422E">
                <a:alpha val="55000"/>
              </a:srgbClr>
            </a:solidFill>
          </a:ln>
        </p:spPr>
      </p:sp>
      <p:sp>
        <p:nvSpPr>
          <p:cNvPr id="178" name="Text 178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79" name="Shape 179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82" name="Shape 182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83" name="Shape 183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84" name="Text 184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86" name="Shape 186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90" name="Shape 190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91" name="Shape 191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D8A94A">
              <a:alpha val="100000"/>
            </a:srgbClr>
          </a:solidFill>
          <a:ln w="1016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92" name="Text 192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94" name="Shape 194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195" name="Text 195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8F0DD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98" name="Shape 198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199" name="Shape 199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00" name="Shape 200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01" name="Shape 201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202" name="Text 20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theme08_page035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8" name="Shape 20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10" name="Text 210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213" name="Shape 213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14" name="Text 214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BCA66A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17" name="Shape 217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18" name="Text 218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8F0DD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90909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/>
        </p:nvSpPr>
        <p:spPr>
          <a:xfrm>
            <a:off x="438912" y="320040"/>
            <a:ext cx="795528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23" name="Shape 223"/>
          <p:cNvSpPr/>
          <p:nvPr/>
        </p:nvSpPr>
        <p:spPr>
          <a:xfrm>
            <a:off x="438912" y="320040"/>
            <a:ext cx="1" cy="795528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24" name="Shape 224"/>
          <p:cNvSpPr/>
          <p:nvPr/>
        </p:nvSpPr>
        <p:spPr>
          <a:xfrm>
            <a:off x="11612880" y="6016752"/>
            <a:ext cx="1" cy="402336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25" name="Shape 225"/>
          <p:cNvSpPr/>
          <p:nvPr/>
        </p:nvSpPr>
        <p:spPr>
          <a:xfrm>
            <a:off x="10835640" y="6419088"/>
            <a:ext cx="777240" cy="1"/>
          </a:xfrm>
          <a:prstGeom prst="line">
            <a:avLst/>
          </a:prstGeom>
          <a:noFill/>
          <a:ln w="13970" cap="flat">
            <a:solidFill>
              <a:srgbClr val="D8A94A">
                <a:alpha val="100000"/>
              </a:srgbClr>
            </a:solidFill>
          </a:ln>
        </p:spPr>
      </p:sp>
      <p:sp>
        <p:nvSpPr>
          <p:cNvPr id="226" name="Shape 226"/>
          <p:cNvSpPr/>
          <p:nvPr/>
        </p:nvSpPr>
        <p:spPr>
          <a:xfrm>
            <a:off x="9829800" y="-475488"/>
            <a:ext cx="2468880" cy="2468880"/>
          </a:xfrm>
          <a:prstGeom prst="ellipse">
            <a:avLst/>
          </a:prstGeom>
          <a:solidFill>
            <a:srgbClr val="D8A94A">
              <a:alpha val="0"/>
            </a:srgbClr>
          </a:solidFill>
          <a:ln w="15240" cap="flat">
            <a:solidFill>
              <a:srgbClr val="D8A94A">
                <a:alpha val="30000"/>
              </a:srgbClr>
            </a:solidFill>
          </a:ln>
        </p:spPr>
      </p:sp>
      <p:sp>
        <p:nvSpPr>
          <p:cNvPr id="227" name="Text 22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theme08 · theme08_page028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黑金实验风</a:t>
            </a:r>
          </a:p>
        </p:txBody>
      </p:sp>
      <p:sp>
        <p:nvSpPr>
          <p:cNvPr id="229" name="Text 229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8F0D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32" name="Shape 232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151515">
              <a:alpha val="100000"/>
            </a:srgbClr>
          </a:solidFill>
          <a:ln w="10160" cap="flat">
            <a:solidFill>
              <a:srgbClr val="4E422E">
                <a:alpha val="100000"/>
              </a:srgbClr>
            </a:solidFill>
          </a:ln>
        </p:spPr>
      </p:sp>
      <p:sp>
        <p:nvSpPr>
          <p:cNvPr id="233" name="Text 233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BCA66A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BCA66A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AFA48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D8A94A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E3C47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FA48F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主题示例｜theme08</dc:title>
  <dc:subject>展示 theme08 主题下的 Dashi PPT 内容组织、版式选择与可编辑交付</dc:subject>
  <dc:creator>Dashi PPT</dc:creator>
  <cp:lastModifiedBy>Dashi PPT</cp:lastModifiedBy>
  <dcterms:created xsi:type="dcterms:W3CDTF">2026-08-27T12:10:54.897Z</dcterms:created>
  <dcterms:modified xsi:type="dcterms:W3CDTF">2026-08-27T12:10:54.897Z</dcterms:modified>
</cp:coreProperties>
</file>