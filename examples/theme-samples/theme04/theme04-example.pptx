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EF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theme04_page005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THEME04  /  玻璃糖果风  /  ANTIGRAVITY EDITION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2" name="Shape 12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16" name="Shape 16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9A67D3">
                <a:alpha val="100000"/>
              </a:srgbClr>
            </a:solidFill>
            <a:tailEnd type="triangle" w="sm" len="sm"/>
          </a:ln>
        </p:spPr>
      </p:sp>
      <p:sp>
        <p:nvSpPr>
          <p:cNvPr id="17" name="Shape 17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1" name="Shape 21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47B8E8">
                <a:alpha val="100000"/>
              </a:srgbClr>
            </a:solidFill>
            <a:tailEnd type="triangle" w="sm" len="sm"/>
          </a:ln>
        </p:spPr>
      </p:sp>
      <p:sp>
        <p:nvSpPr>
          <p:cNvPr id="22" name="Shape 22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34" name="Shape 34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35" name="Shape 3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theme04_page068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2" name="Shape 4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E7CFE0">
                <a:alpha val="100000"/>
              </a:srgbClr>
            </a:solidFill>
          </a:ln>
        </p:spPr>
      </p:sp>
      <p:sp>
        <p:nvSpPr>
          <p:cNvPr id="43" name="Shape 43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48" name="Shape 48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9A67D3">
                <a:alpha val="100000"/>
              </a:srgbClr>
            </a:solidFill>
          </a:ln>
        </p:spPr>
      </p:sp>
      <p:sp>
        <p:nvSpPr>
          <p:cNvPr id="49" name="Shape 49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54" name="Shape 54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47B8E8">
                <a:alpha val="100000"/>
              </a:srgbClr>
            </a:solidFill>
          </a:ln>
        </p:spPr>
      </p:sp>
      <p:sp>
        <p:nvSpPr>
          <p:cNvPr id="55" name="Shape 55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56" name="Text 56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60" name="Shape 60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E95078">
                <a:alpha val="100000"/>
              </a:srgbClr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63" name="Shape 63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64" name="Shape 64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theme04_page013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1" name="Shape 7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E7CFE0">
                <a:alpha val="100000"/>
              </a:srgbClr>
            </a:solidFill>
          </a:ln>
        </p:spPr>
      </p:sp>
      <p:sp>
        <p:nvSpPr>
          <p:cNvPr id="72" name="Shape 72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FDE1EA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E95078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E95078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77" name="Shape 77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82" name="Shape 82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87" name="Shape 87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88" name="Text 88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94" name="Shape 94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95" name="Shape 9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96" name="Text 9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theme04_page065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2" name="Shape 10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04" name="Shape 104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F7EFF4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08" name="Shape 108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F7EFF4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12" name="Shape 112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F7EFF4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118" name="Shape 118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119" name="Shape 11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theme04_page048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6" name="Shape 12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FDE1EA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E95078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E95078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31" name="Shape 13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866F85">
              <a:alpha val="100000"/>
            </a:srgbClr>
          </a:solidFill>
          <a:ln w="10160" cap="flat">
            <a:solidFill>
              <a:srgbClr val="866F85">
                <a:alpha val="100000"/>
              </a:srgbClr>
            </a:solidFill>
          </a:ln>
        </p:spPr>
      </p:sp>
      <p:sp>
        <p:nvSpPr>
          <p:cNvPr id="132" name="Text 13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34" name="Shape 13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866F85">
              <a:alpha val="100000"/>
            </a:srgbClr>
          </a:solidFill>
          <a:ln w="10160" cap="flat">
            <a:solidFill>
              <a:srgbClr val="866F85">
                <a:alpha val="100000"/>
              </a:srgbClr>
            </a:solidFill>
          </a:ln>
        </p:spPr>
      </p:sp>
      <p:sp>
        <p:nvSpPr>
          <p:cNvPr id="135" name="Text 13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37" name="Shape 13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E95078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38" name="Text 13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40" name="Shape 14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E95078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145" name="Shape 145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146" name="Shape 146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147" name="Text 14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theme04_page024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3" name="Shape 153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55" name="Shape 155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56" name="Shape 156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57" name="Shape 157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E7CFE0">
                <a:alpha val="55000"/>
              </a:srgbClr>
            </a:solidFill>
          </a:ln>
        </p:spPr>
      </p:sp>
      <p:sp>
        <p:nvSpPr>
          <p:cNvPr id="158" name="Text 158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9" name="Shape 159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E7CFE0">
                <a:alpha val="55000"/>
              </a:srgbClr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61" name="Shape 161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E7CFE0">
                <a:alpha val="55000"/>
              </a:srgbClr>
            </a:solidFill>
          </a:ln>
        </p:spPr>
      </p:sp>
      <p:sp>
        <p:nvSpPr>
          <p:cNvPr id="162" name="Text 162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3" name="Shape 163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E7CFE0">
                <a:alpha val="55000"/>
              </a:srgbClr>
            </a:solidFill>
          </a:ln>
        </p:spPr>
      </p:sp>
      <p:sp>
        <p:nvSpPr>
          <p:cNvPr id="164" name="Text 164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65" name="Shape 165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E7CFE0">
                <a:alpha val="55000"/>
              </a:srgbClr>
            </a:solidFill>
          </a:ln>
        </p:spPr>
      </p:sp>
      <p:sp>
        <p:nvSpPr>
          <p:cNvPr id="166" name="Text 166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67" name="Shape 167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E95078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70" name="Shape 170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71" name="Shape 171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E95078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174" name="Shape 174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75" name="Shape 175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E95078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76" name="Text 176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178" name="Shape 178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79" name="Shape 179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E95078">
              <a:alpha val="100000"/>
            </a:srgbClr>
          </a:solidFill>
          <a:ln w="10160" cap="flat">
            <a:solidFill>
              <a:srgbClr val="E95078">
                <a:alpha val="100000"/>
              </a:srgbClr>
            </a:solidFill>
          </a:ln>
        </p:spPr>
      </p:sp>
      <p:sp>
        <p:nvSpPr>
          <p:cNvPr id="180" name="Text 180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82" name="Shape 182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301E31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186" name="Shape 186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188" name="Text 18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theme04_page070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4" name="Shape 19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95" name="Shape 195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301E3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301E3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199" name="Shape 199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200" name="Text 200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47B8E8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301E3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301E3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03" name="Shape 203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204" name="Text 204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301E3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301E3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EFF4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9418320" y="-347472"/>
            <a:ext cx="3246120" cy="2103120"/>
          </a:xfrm>
          <a:prstGeom prst="ellipse">
            <a:avLst/>
          </a:prstGeom>
          <a:solidFill>
            <a:srgbClr val="E95078">
              <a:alpha val="18000"/>
            </a:srgbClr>
          </a:solidFill>
          <a:ln w="12700" cap="flat">
            <a:solidFill>
              <a:srgbClr val="E95078">
                <a:alpha val="38000"/>
              </a:srgbClr>
            </a:solidFill>
          </a:ln>
        </p:spPr>
      </p:sp>
      <p:sp>
        <p:nvSpPr>
          <p:cNvPr id="209" name="Shape 209"/>
          <p:cNvSpPr/>
          <p:nvPr/>
        </p:nvSpPr>
        <p:spPr>
          <a:xfrm>
            <a:off x="-502920" y="5212080"/>
            <a:ext cx="2651760" cy="2057400"/>
          </a:xfrm>
          <a:prstGeom prst="ellipse">
            <a:avLst/>
          </a:prstGeom>
          <a:solidFill>
            <a:srgbClr val="47B8E8">
              <a:alpha val="14000"/>
            </a:srgbClr>
          </a:solidFill>
          <a:ln w="12700" cap="flat">
            <a:solidFill>
              <a:srgbClr val="47B8E8">
                <a:alpha val="30000"/>
              </a:srgbClr>
            </a:solidFill>
          </a:ln>
        </p:spPr>
      </p:sp>
      <p:sp>
        <p:nvSpPr>
          <p:cNvPr id="210" name="Shape 21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9525" cap="flat">
            <a:solidFill>
              <a:srgbClr val="E7CFE0">
                <a:alpha val="100000"/>
              </a:srgbClr>
            </a:solidFill>
          </a:ln>
        </p:spPr>
      </p:sp>
      <p:sp>
        <p:nvSpPr>
          <p:cNvPr id="211" name="Text 21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theme04 · theme04_page029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玻璃糖果风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301E31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16" name="Shape 216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0160" cap="flat">
            <a:solidFill>
              <a:srgbClr val="E7CFE0">
                <a:alpha val="100000"/>
              </a:srgbClr>
            </a:solidFill>
          </a:ln>
        </p:spPr>
      </p:sp>
      <p:sp>
        <p:nvSpPr>
          <p:cNvPr id="217" name="Text 217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47B8E8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47B8E8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866F85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95078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9A67D3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66F85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主题示例｜theme04</dc:title>
  <dc:subject>展示 theme04 主题下的 Dashi PPT 内容组织、版式选择与可编辑交付</dc:subject>
  <dc:creator>Dashi PPT</dc:creator>
  <cp:lastModifiedBy>Dashi PPT</cp:lastModifiedBy>
  <dcterms:created xsi:type="dcterms:W3CDTF">2026-08-27T12:10:54.639Z</dcterms:created>
  <dcterms:modified xsi:type="dcterms:W3CDTF">2026-08-27T12:10:54.639Z</dcterms:modified>
</cp:coreProperties>
</file>